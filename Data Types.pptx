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07" r:id="rId5"/>
    <p:sldId id="348" r:id="rId6"/>
    <p:sldId id="327" r:id="rId7"/>
    <p:sldId id="330" r:id="rId8"/>
    <p:sldId id="329" r:id="rId9"/>
    <p:sldId id="345" r:id="rId10"/>
    <p:sldId id="347" r:id="rId11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D4F2"/>
    <a:srgbClr val="007FC3"/>
    <a:srgbClr val="A0BBE3"/>
    <a:srgbClr val="FFFFFF"/>
    <a:srgbClr val="133561"/>
    <a:srgbClr val="DDDDDD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F4B8E2-5261-496F-897C-2DA46F8011C8}" v="39" dt="2024-10-11T10:25:11.1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15" autoAdjust="0"/>
    <p:restoredTop sz="64573" autoAdjust="0"/>
  </p:normalViewPr>
  <p:slideViewPr>
    <p:cSldViewPr snapToGrid="0" showGuides="1">
      <p:cViewPr varScale="1">
        <p:scale>
          <a:sx n="78" d="100"/>
          <a:sy n="78" d="100"/>
        </p:scale>
        <p:origin x="1668" y="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1" d="100"/>
          <a:sy n="81" d="100"/>
        </p:scale>
        <p:origin x="314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s van Loenen" userId="cd429927-46af-4b42-a443-ab76078f1dc6" providerId="ADAL" clId="{63F4B8E2-5261-496F-897C-2DA46F8011C8}"/>
    <pc:docChg chg="undo custSel modSld">
      <pc:chgData name="Kees van Loenen" userId="cd429927-46af-4b42-a443-ab76078f1dc6" providerId="ADAL" clId="{63F4B8E2-5261-496F-897C-2DA46F8011C8}" dt="2024-10-11T10:25:11.141" v="231"/>
      <pc:docMkLst>
        <pc:docMk/>
      </pc:docMkLst>
      <pc:sldChg chg="modSp mod modAnim">
        <pc:chgData name="Kees van Loenen" userId="cd429927-46af-4b42-a443-ab76078f1dc6" providerId="ADAL" clId="{63F4B8E2-5261-496F-897C-2DA46F8011C8}" dt="2024-10-11T10:24:24.108" v="223"/>
        <pc:sldMkLst>
          <pc:docMk/>
          <pc:sldMk cId="1307267479" sldId="327"/>
        </pc:sldMkLst>
        <pc:spChg chg="mod">
          <ac:chgData name="Kees van Loenen" userId="cd429927-46af-4b42-a443-ab76078f1dc6" providerId="ADAL" clId="{63F4B8E2-5261-496F-897C-2DA46F8011C8}" dt="2024-10-11T10:23:42.142" v="220" actId="14100"/>
          <ac:spMkLst>
            <pc:docMk/>
            <pc:sldMk cId="1307267479" sldId="327"/>
            <ac:spMk id="12" creationId="{00000000-0000-0000-0000-000000000000}"/>
          </ac:spMkLst>
        </pc:spChg>
        <pc:graphicFrameChg chg="modGraphic">
          <ac:chgData name="Kees van Loenen" userId="cd429927-46af-4b42-a443-ab76078f1dc6" providerId="ADAL" clId="{63F4B8E2-5261-496F-897C-2DA46F8011C8}" dt="2024-10-11T10:14:46.105" v="167" actId="404"/>
          <ac:graphicFrameMkLst>
            <pc:docMk/>
            <pc:sldMk cId="1307267479" sldId="327"/>
            <ac:graphicFrameMk id="9" creationId="{00000000-0000-0000-0000-000000000000}"/>
          </ac:graphicFrameMkLst>
        </pc:graphicFrameChg>
      </pc:sldChg>
      <pc:sldChg chg="modSp mod modAnim">
        <pc:chgData name="Kees van Loenen" userId="cd429927-46af-4b42-a443-ab76078f1dc6" providerId="ADAL" clId="{63F4B8E2-5261-496F-897C-2DA46F8011C8}" dt="2024-10-11T10:25:02.374" v="230"/>
        <pc:sldMkLst>
          <pc:docMk/>
          <pc:sldMk cId="4001705436" sldId="329"/>
        </pc:sldMkLst>
        <pc:graphicFrameChg chg="modGraphic">
          <ac:chgData name="Kees van Loenen" userId="cd429927-46af-4b42-a443-ab76078f1dc6" providerId="ADAL" clId="{63F4B8E2-5261-496F-897C-2DA46F8011C8}" dt="2024-10-11T10:04:28.774" v="19" actId="207"/>
          <ac:graphicFrameMkLst>
            <pc:docMk/>
            <pc:sldMk cId="4001705436" sldId="329"/>
            <ac:graphicFrameMk id="9" creationId="{00000000-0000-0000-0000-000000000000}"/>
          </ac:graphicFrameMkLst>
        </pc:graphicFrameChg>
      </pc:sldChg>
      <pc:sldChg chg="addSp modSp mod modAnim">
        <pc:chgData name="Kees van Loenen" userId="cd429927-46af-4b42-a443-ab76078f1dc6" providerId="ADAL" clId="{63F4B8E2-5261-496F-897C-2DA46F8011C8}" dt="2024-10-11T10:24:50.913" v="229"/>
        <pc:sldMkLst>
          <pc:docMk/>
          <pc:sldMk cId="3521678529" sldId="330"/>
        </pc:sldMkLst>
        <pc:spChg chg="add mod">
          <ac:chgData name="Kees van Loenen" userId="cd429927-46af-4b42-a443-ab76078f1dc6" providerId="ADAL" clId="{63F4B8E2-5261-496F-897C-2DA46F8011C8}" dt="2024-10-11T10:24:46.301" v="227" actId="164"/>
          <ac:spMkLst>
            <pc:docMk/>
            <pc:sldMk cId="3521678529" sldId="330"/>
            <ac:spMk id="3" creationId="{B690B9B3-ACBC-0C4C-B5B1-67AF217476D1}"/>
          </ac:spMkLst>
        </pc:spChg>
        <pc:spChg chg="mod">
          <ac:chgData name="Kees van Loenen" userId="cd429927-46af-4b42-a443-ab76078f1dc6" providerId="ADAL" clId="{63F4B8E2-5261-496F-897C-2DA46F8011C8}" dt="2024-10-11T10:05:02.143" v="51" actId="20577"/>
          <ac:spMkLst>
            <pc:docMk/>
            <pc:sldMk cId="3521678529" sldId="330"/>
            <ac:spMk id="13" creationId="{00000000-0000-0000-0000-000000000000}"/>
          </ac:spMkLst>
        </pc:spChg>
        <pc:grpChg chg="add mod">
          <ac:chgData name="Kees van Loenen" userId="cd429927-46af-4b42-a443-ab76078f1dc6" providerId="ADAL" clId="{63F4B8E2-5261-496F-897C-2DA46F8011C8}" dt="2024-10-11T10:24:46.301" v="227" actId="164"/>
          <ac:grpSpMkLst>
            <pc:docMk/>
            <pc:sldMk cId="3521678529" sldId="330"/>
            <ac:grpSpMk id="4" creationId="{E9E1CFD5-3294-2611-7DDE-40A752ABFA16}"/>
          </ac:grpSpMkLst>
        </pc:grpChg>
        <pc:picChg chg="add mod">
          <ac:chgData name="Kees van Loenen" userId="cd429927-46af-4b42-a443-ab76078f1dc6" providerId="ADAL" clId="{63F4B8E2-5261-496F-897C-2DA46F8011C8}" dt="2024-10-11T10:24:46.301" v="227" actId="164"/>
          <ac:picMkLst>
            <pc:docMk/>
            <pc:sldMk cId="3521678529" sldId="330"/>
            <ac:picMk id="1026" creationId="{6939F95A-4977-3495-095E-E5793484EB7A}"/>
          </ac:picMkLst>
        </pc:picChg>
      </pc:sldChg>
      <pc:sldChg chg="modAnim">
        <pc:chgData name="Kees van Loenen" userId="cd429927-46af-4b42-a443-ab76078f1dc6" providerId="ADAL" clId="{63F4B8E2-5261-496F-897C-2DA46F8011C8}" dt="2024-10-11T10:25:11.141" v="231"/>
        <pc:sldMkLst>
          <pc:docMk/>
          <pc:sldMk cId="4094960049" sldId="345"/>
        </pc:sldMkLst>
      </pc:sldChg>
      <pc:sldChg chg="modSp mod">
        <pc:chgData name="Kees van Loenen" userId="cd429927-46af-4b42-a443-ab76078f1dc6" providerId="ADAL" clId="{63F4B8E2-5261-496F-897C-2DA46F8011C8}" dt="2024-10-11T10:03:10.983" v="18" actId="13926"/>
        <pc:sldMkLst>
          <pc:docMk/>
          <pc:sldMk cId="2931553398" sldId="347"/>
        </pc:sldMkLst>
        <pc:spChg chg="mod">
          <ac:chgData name="Kees van Loenen" userId="cd429927-46af-4b42-a443-ab76078f1dc6" providerId="ADAL" clId="{63F4B8E2-5261-496F-897C-2DA46F8011C8}" dt="2024-10-11T10:03:10.983" v="18" actId="13926"/>
          <ac:spMkLst>
            <pc:docMk/>
            <pc:sldMk cId="2931553398" sldId="347"/>
            <ac:spMk id="6" creationId="{00000000-0000-0000-0000-000000000000}"/>
          </ac:spMkLst>
        </pc:spChg>
      </pc:sldChg>
      <pc:sldChg chg="addSp delSp modSp mod modAnim">
        <pc:chgData name="Kees van Loenen" userId="cd429927-46af-4b42-a443-ab76078f1dc6" providerId="ADAL" clId="{63F4B8E2-5261-496F-897C-2DA46F8011C8}" dt="2024-10-11T10:11:38.526" v="148"/>
        <pc:sldMkLst>
          <pc:docMk/>
          <pc:sldMk cId="4207944739" sldId="348"/>
        </pc:sldMkLst>
        <pc:spChg chg="add mod">
          <ac:chgData name="Kees van Loenen" userId="cd429927-46af-4b42-a443-ab76078f1dc6" providerId="ADAL" clId="{63F4B8E2-5261-496F-897C-2DA46F8011C8}" dt="2024-10-11T10:10:38.317" v="132" actId="164"/>
          <ac:spMkLst>
            <pc:docMk/>
            <pc:sldMk cId="4207944739" sldId="348"/>
            <ac:spMk id="6" creationId="{94983B11-134D-CB7D-7558-6F99BBFEBAD3}"/>
          </ac:spMkLst>
        </pc:spChg>
        <pc:spChg chg="del mod">
          <ac:chgData name="Kees van Loenen" userId="cd429927-46af-4b42-a443-ab76078f1dc6" providerId="ADAL" clId="{63F4B8E2-5261-496F-897C-2DA46F8011C8}" dt="2024-10-11T10:10:13.347" v="128" actId="478"/>
          <ac:spMkLst>
            <pc:docMk/>
            <pc:sldMk cId="4207944739" sldId="348"/>
            <ac:spMk id="8" creationId="{8FC904D1-9B94-4B67-9FA3-C8C4926AF3BE}"/>
          </ac:spMkLst>
        </pc:spChg>
        <pc:spChg chg="add del mod">
          <ac:chgData name="Kees van Loenen" userId="cd429927-46af-4b42-a443-ab76078f1dc6" providerId="ADAL" clId="{63F4B8E2-5261-496F-897C-2DA46F8011C8}" dt="2024-10-11T10:10:43.443" v="133" actId="478"/>
          <ac:spMkLst>
            <pc:docMk/>
            <pc:sldMk cId="4207944739" sldId="348"/>
            <ac:spMk id="9" creationId="{33A262E9-A52A-CF16-3903-1582CA25DC80}"/>
          </ac:spMkLst>
        </pc:spChg>
        <pc:spChg chg="mod">
          <ac:chgData name="Kees van Loenen" userId="cd429927-46af-4b42-a443-ab76078f1dc6" providerId="ADAL" clId="{63F4B8E2-5261-496F-897C-2DA46F8011C8}" dt="2024-10-11T10:10:38.317" v="132" actId="164"/>
          <ac:spMkLst>
            <pc:docMk/>
            <pc:sldMk cId="4207944739" sldId="348"/>
            <ac:spMk id="10" creationId="{7F9E6231-8434-4E1E-88BE-0A4EB1C5F1D9}"/>
          </ac:spMkLst>
        </pc:spChg>
        <pc:spChg chg="mod">
          <ac:chgData name="Kees van Loenen" userId="cd429927-46af-4b42-a443-ab76078f1dc6" providerId="ADAL" clId="{63F4B8E2-5261-496F-897C-2DA46F8011C8}" dt="2024-10-11T10:11:20.213" v="146" actId="20577"/>
          <ac:spMkLst>
            <pc:docMk/>
            <pc:sldMk cId="4207944739" sldId="348"/>
            <ac:spMk id="11" creationId="{E65B67FA-0282-4CA4-9AC5-1DA67A3B82E5}"/>
          </ac:spMkLst>
        </pc:spChg>
        <pc:spChg chg="mod">
          <ac:chgData name="Kees van Loenen" userId="cd429927-46af-4b42-a443-ab76078f1dc6" providerId="ADAL" clId="{63F4B8E2-5261-496F-897C-2DA46F8011C8}" dt="2024-10-11T10:09:39.473" v="122" actId="20577"/>
          <ac:spMkLst>
            <pc:docMk/>
            <pc:sldMk cId="4207944739" sldId="348"/>
            <ac:spMk id="12" creationId="{5A8225B7-4B8B-4C25-BFBE-3A46FA1AF8FF}"/>
          </ac:spMkLst>
        </pc:spChg>
        <pc:spChg chg="mod">
          <ac:chgData name="Kees van Loenen" userId="cd429927-46af-4b42-a443-ab76078f1dc6" providerId="ADAL" clId="{63F4B8E2-5261-496F-897C-2DA46F8011C8}" dt="2024-10-11T10:07:27.442" v="99" actId="164"/>
          <ac:spMkLst>
            <pc:docMk/>
            <pc:sldMk cId="4207944739" sldId="348"/>
            <ac:spMk id="14" creationId="{355D49A3-B88E-4AC4-9BCE-6F0B4897F4FE}"/>
          </ac:spMkLst>
        </pc:spChg>
        <pc:spChg chg="mod">
          <ac:chgData name="Kees van Loenen" userId="cd429927-46af-4b42-a443-ab76078f1dc6" providerId="ADAL" clId="{63F4B8E2-5261-496F-897C-2DA46F8011C8}" dt="2024-10-11T10:07:27.442" v="99" actId="164"/>
          <ac:spMkLst>
            <pc:docMk/>
            <pc:sldMk cId="4207944739" sldId="348"/>
            <ac:spMk id="15" creationId="{4E52358B-8CFD-4391-8F03-AA764CC9B0B4}"/>
          </ac:spMkLst>
        </pc:spChg>
        <pc:spChg chg="mod">
          <ac:chgData name="Kees van Loenen" userId="cd429927-46af-4b42-a443-ab76078f1dc6" providerId="ADAL" clId="{63F4B8E2-5261-496F-897C-2DA46F8011C8}" dt="2024-10-11T10:07:32.966" v="100" actId="164"/>
          <ac:spMkLst>
            <pc:docMk/>
            <pc:sldMk cId="4207944739" sldId="348"/>
            <ac:spMk id="16" creationId="{2A025182-10C0-4FA4-B4AC-16B3005C9518}"/>
          </ac:spMkLst>
        </pc:spChg>
        <pc:spChg chg="mod">
          <ac:chgData name="Kees van Loenen" userId="cd429927-46af-4b42-a443-ab76078f1dc6" providerId="ADAL" clId="{63F4B8E2-5261-496F-897C-2DA46F8011C8}" dt="2024-10-11T10:09:17.954" v="116" actId="20577"/>
          <ac:spMkLst>
            <pc:docMk/>
            <pc:sldMk cId="4207944739" sldId="348"/>
            <ac:spMk id="17" creationId="{FFA11DA0-7174-4BBB-BDC3-4C8FBAF3D8B1}"/>
          </ac:spMkLst>
        </pc:spChg>
        <pc:grpChg chg="add mod">
          <ac:chgData name="Kees van Loenen" userId="cd429927-46af-4b42-a443-ab76078f1dc6" providerId="ADAL" clId="{63F4B8E2-5261-496F-897C-2DA46F8011C8}" dt="2024-10-11T10:07:27.442" v="99" actId="164"/>
          <ac:grpSpMkLst>
            <pc:docMk/>
            <pc:sldMk cId="4207944739" sldId="348"/>
            <ac:grpSpMk id="2" creationId="{F85F4840-1F9E-DA10-A00A-CD6809FED5B3}"/>
          </ac:grpSpMkLst>
        </pc:grpChg>
        <pc:grpChg chg="add mod">
          <ac:chgData name="Kees van Loenen" userId="cd429927-46af-4b42-a443-ab76078f1dc6" providerId="ADAL" clId="{63F4B8E2-5261-496F-897C-2DA46F8011C8}" dt="2024-10-11T10:07:32.966" v="100" actId="164"/>
          <ac:grpSpMkLst>
            <pc:docMk/>
            <pc:sldMk cId="4207944739" sldId="348"/>
            <ac:grpSpMk id="3" creationId="{47D1FBE5-8799-10E9-F633-66474C52211E}"/>
          </ac:grpSpMkLst>
        </pc:grpChg>
        <pc:grpChg chg="add mod">
          <ac:chgData name="Kees van Loenen" userId="cd429927-46af-4b42-a443-ab76078f1dc6" providerId="ADAL" clId="{63F4B8E2-5261-496F-897C-2DA46F8011C8}" dt="2024-10-11T10:08:58.193" v="113" actId="1076"/>
          <ac:grpSpMkLst>
            <pc:docMk/>
            <pc:sldMk cId="4207944739" sldId="348"/>
            <ac:grpSpMk id="4" creationId="{DB988B8D-D902-A264-EA52-2CBDD6BBDA7C}"/>
          </ac:grpSpMkLst>
        </pc:grpChg>
        <pc:grpChg chg="add mod">
          <ac:chgData name="Kees van Loenen" userId="cd429927-46af-4b42-a443-ab76078f1dc6" providerId="ADAL" clId="{63F4B8E2-5261-496F-897C-2DA46F8011C8}" dt="2024-10-11T10:10:38.317" v="132" actId="164"/>
          <ac:grpSpMkLst>
            <pc:docMk/>
            <pc:sldMk cId="4207944739" sldId="348"/>
            <ac:grpSpMk id="13" creationId="{233E6DB1-3DA8-5B92-2133-A47793BEAD0A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89594637-A3CC-4652-9B90-35AB7373D2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D557059-6594-4B57-A484-2830965875C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32B83F-F844-4C18-98E8-7C33F4B39DE0}" type="datetimeFigureOut">
              <a:rPr lang="nl-NL" smtClean="0"/>
              <a:t>11-10-2024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20DCB52-8F1D-4362-8B41-F61F774D56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73637DC-371B-45AA-8745-1A61A278CD0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F98C19-4A9E-4352-9074-F1483ACD97C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350915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396D34-C2B8-41FF-AE69-48AE3B3D8E8B}" type="datetimeFigureOut">
              <a:rPr lang="nl-NL" smtClean="0"/>
              <a:t>11-10-2024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70B036-1422-4C36-8158-C30E1C0769E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8229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70B036-1422-4C36-8158-C30E1C0769EB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1422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70B036-1422-4C36-8158-C30E1C0769EB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4091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70B036-1422-4C36-8158-C30E1C0769EB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72923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70B036-1422-4C36-8158-C30E1C0769EB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3130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70B036-1422-4C36-8158-C30E1C0769EB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81367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70B036-1422-4C36-8158-C30E1C0769EB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1162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70B036-1422-4C36-8158-C30E1C0769EB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41641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71307B-333B-4591-8BC7-DC50216CB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600" y="1324800"/>
            <a:ext cx="9648000" cy="2387600"/>
          </a:xfrm>
        </p:spPr>
        <p:txBody>
          <a:bodyPr anchor="t" anchorCtr="0"/>
          <a:lstStyle>
            <a:lvl1pPr algn="l">
              <a:defRPr sz="47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0477F3-851B-4CC7-8C61-61E6ABC6C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600" y="3712400"/>
            <a:ext cx="9648000" cy="1545400"/>
          </a:xfrm>
        </p:spPr>
        <p:txBody>
          <a:bodyPr/>
          <a:lstStyle>
            <a:lvl1pPr marL="0" indent="0" algn="l">
              <a:lnSpc>
                <a:spcPct val="105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grpSp>
        <p:nvGrpSpPr>
          <p:cNvPr id="15" name="Groep 14">
            <a:extLst>
              <a:ext uri="{FF2B5EF4-FFF2-40B4-BE49-F238E27FC236}">
                <a16:creationId xmlns:a16="http://schemas.microsoft.com/office/drawing/2014/main" id="{50B04124-1E68-4203-A398-300DE8A9B0B3}"/>
              </a:ext>
            </a:extLst>
          </p:cNvPr>
          <p:cNvGrpSpPr/>
          <p:nvPr userDrawn="1"/>
        </p:nvGrpSpPr>
        <p:grpSpPr>
          <a:xfrm>
            <a:off x="-2172832" y="1897500"/>
            <a:ext cx="2046443" cy="2365970"/>
            <a:chOff x="-2172832" y="1897500"/>
            <a:chExt cx="2046443" cy="2365970"/>
          </a:xfrm>
        </p:grpSpPr>
        <p:sp>
          <p:nvSpPr>
            <p:cNvPr id="16" name="Toelichting 2">
              <a:extLst>
                <a:ext uri="{FF2B5EF4-FFF2-40B4-BE49-F238E27FC236}">
                  <a16:creationId xmlns:a16="http://schemas.microsoft.com/office/drawing/2014/main" id="{EF5FCD81-6E8D-44ED-B3BB-3D7A2722A3CE}"/>
                </a:ext>
              </a:extLst>
            </p:cNvPr>
            <p:cNvSpPr txBox="1"/>
            <p:nvPr userDrawn="1"/>
          </p:nvSpPr>
          <p:spPr>
            <a:xfrm>
              <a:off x="-2172832" y="1897500"/>
              <a:ext cx="2046443" cy="20005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Nieuwe dia</a:t>
              </a: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Klik op de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Start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-tab </a:t>
              </a:r>
              <a:r>
                <a:rPr lang="nl-NL" sz="1000" u="sng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op het tekstje onder 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het pictogram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Nieuwe dia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:</a:t>
              </a: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Andere indeling voor huidige dia</a:t>
              </a:r>
            </a:p>
            <a:p>
              <a:pPr>
                <a:lnSpc>
                  <a:spcPct val="100000"/>
                </a:lnSpc>
              </a:pPr>
              <a:r>
                <a:rPr lang="nl-NL" sz="1000" b="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Klik op de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Start</a:t>
              </a:r>
              <a:r>
                <a:rPr lang="nl-NL" sz="1000" b="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-tab op Indeling:</a:t>
              </a:r>
            </a:p>
          </p:txBody>
        </p:sp>
        <p:pic>
          <p:nvPicPr>
            <p:cNvPr id="17" name="Afbeelding 16">
              <a:extLst>
                <a:ext uri="{FF2B5EF4-FFF2-40B4-BE49-F238E27FC236}">
                  <a16:creationId xmlns:a16="http://schemas.microsoft.com/office/drawing/2014/main" id="{EC14DE48-4F0E-43EC-B736-6BEEB06E65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1720819" y="2405204"/>
              <a:ext cx="514350" cy="762000"/>
            </a:xfrm>
            <a:prstGeom prst="rect">
              <a:avLst/>
            </a:prstGeom>
          </p:spPr>
        </p:pic>
        <p:sp>
          <p:nvSpPr>
            <p:cNvPr id="18" name="Pijl: links 17">
              <a:extLst>
                <a:ext uri="{FF2B5EF4-FFF2-40B4-BE49-F238E27FC236}">
                  <a16:creationId xmlns:a16="http://schemas.microsoft.com/office/drawing/2014/main" id="{BEFD3151-502C-4722-9080-A1720BC9EAF8}"/>
                </a:ext>
              </a:extLst>
            </p:cNvPr>
            <p:cNvSpPr/>
            <p:nvPr userDrawn="1"/>
          </p:nvSpPr>
          <p:spPr>
            <a:xfrm>
              <a:off x="-1249266" y="2906162"/>
              <a:ext cx="514350" cy="181070"/>
            </a:xfrm>
            <a:prstGeom prst="lef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chemeClr val="tx1"/>
                </a:solidFill>
              </a:endParaRPr>
            </a:p>
          </p:txBody>
        </p:sp>
        <p:pic>
          <p:nvPicPr>
            <p:cNvPr id="19" name="Afbeelding 18">
              <a:extLst>
                <a:ext uri="{FF2B5EF4-FFF2-40B4-BE49-F238E27FC236}">
                  <a16:creationId xmlns:a16="http://schemas.microsoft.com/office/drawing/2014/main" id="{24130D00-8AA9-4DA1-8F00-36B2187743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-1730279" y="4015820"/>
              <a:ext cx="962025" cy="247650"/>
            </a:xfrm>
            <a:prstGeom prst="rect">
              <a:avLst/>
            </a:prstGeom>
          </p:spPr>
        </p:pic>
      </p:grpSp>
      <p:pic>
        <p:nvPicPr>
          <p:cNvPr id="5" name="Afbeelding 4">
            <a:extLst>
              <a:ext uri="{FF2B5EF4-FFF2-40B4-BE49-F238E27FC236}">
                <a16:creationId xmlns:a16="http://schemas.microsoft.com/office/drawing/2014/main" id="{69BFDD44-2866-4BB8-BAB3-956F9C108EE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625362" y="4334037"/>
            <a:ext cx="2566638" cy="2523963"/>
          </a:xfrm>
          <a:prstGeom prst="rect">
            <a:avLst/>
          </a:prstGeom>
        </p:spPr>
      </p:pic>
      <p:pic>
        <p:nvPicPr>
          <p:cNvPr id="22" name="Afbeelding 21" descr="Afbeelding met tekst, kruiswoordpuzzel&#10;&#10;Beschrijving is gegenereerd met hoge betrouwbaarheid">
            <a:extLst>
              <a:ext uri="{FF2B5EF4-FFF2-40B4-BE49-F238E27FC236}">
                <a16:creationId xmlns:a16="http://schemas.microsoft.com/office/drawing/2014/main" id="{B13FCDC4-A14A-484F-9DBF-06586F7A83D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600" y="891306"/>
            <a:ext cx="266699" cy="222250"/>
          </a:xfrm>
          <a:prstGeom prst="rect">
            <a:avLst/>
          </a:prstGeom>
        </p:spPr>
      </p:pic>
      <p:pic>
        <p:nvPicPr>
          <p:cNvPr id="24" name="Afbeelding 23">
            <a:extLst>
              <a:ext uri="{FF2B5EF4-FFF2-40B4-BE49-F238E27FC236}">
                <a16:creationId xmlns:a16="http://schemas.microsoft.com/office/drawing/2014/main" id="{74C25534-E1F7-408F-971A-A92512CE123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00" y="5862216"/>
            <a:ext cx="1558406" cy="47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247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met donkere f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jdelijke aanduiding voor afbeelding 21">
            <a:extLst>
              <a:ext uri="{FF2B5EF4-FFF2-40B4-BE49-F238E27FC236}">
                <a16:creationId xmlns:a16="http://schemas.microsoft.com/office/drawing/2014/main" id="{128520C4-8B76-4C22-9A16-F93551D3C16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66000 h 6858000"/>
              <a:gd name="connsiteX3" fmla="*/ 11400000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66000"/>
                </a:lnTo>
                <a:lnTo>
                  <a:pt x="11400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571307B-333B-4591-8BC7-DC50216CB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600" y="1324800"/>
            <a:ext cx="9648000" cy="1865600"/>
          </a:xfrm>
        </p:spPr>
        <p:txBody>
          <a:bodyPr anchor="t" anchorCtr="0"/>
          <a:lstStyle>
            <a:lvl1pPr algn="l">
              <a:defRPr sz="47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0477F3-851B-4CC7-8C61-61E6ABC6C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600" y="3712400"/>
            <a:ext cx="9648000" cy="1545400"/>
          </a:xfrm>
        </p:spPr>
        <p:txBody>
          <a:bodyPr/>
          <a:lstStyle>
            <a:lvl1pPr marL="0" indent="0" algn="l">
              <a:lnSpc>
                <a:spcPct val="105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grpSp>
        <p:nvGrpSpPr>
          <p:cNvPr id="15" name="Groep 14">
            <a:extLst>
              <a:ext uri="{FF2B5EF4-FFF2-40B4-BE49-F238E27FC236}">
                <a16:creationId xmlns:a16="http://schemas.microsoft.com/office/drawing/2014/main" id="{50B04124-1E68-4203-A398-300DE8A9B0B3}"/>
              </a:ext>
            </a:extLst>
          </p:cNvPr>
          <p:cNvGrpSpPr/>
          <p:nvPr userDrawn="1"/>
        </p:nvGrpSpPr>
        <p:grpSpPr>
          <a:xfrm>
            <a:off x="-2172832" y="1897500"/>
            <a:ext cx="2046443" cy="2365970"/>
            <a:chOff x="-2172832" y="1897500"/>
            <a:chExt cx="2046443" cy="2365970"/>
          </a:xfrm>
        </p:grpSpPr>
        <p:sp>
          <p:nvSpPr>
            <p:cNvPr id="16" name="Toelichting 2">
              <a:extLst>
                <a:ext uri="{FF2B5EF4-FFF2-40B4-BE49-F238E27FC236}">
                  <a16:creationId xmlns:a16="http://schemas.microsoft.com/office/drawing/2014/main" id="{EF5FCD81-6E8D-44ED-B3BB-3D7A2722A3CE}"/>
                </a:ext>
              </a:extLst>
            </p:cNvPr>
            <p:cNvSpPr txBox="1"/>
            <p:nvPr userDrawn="1"/>
          </p:nvSpPr>
          <p:spPr>
            <a:xfrm>
              <a:off x="-2172832" y="1897500"/>
              <a:ext cx="2046443" cy="20005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Nieuwe dia</a:t>
              </a: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Klik op de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Start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-tab </a:t>
              </a:r>
              <a:r>
                <a:rPr lang="nl-NL" sz="1000" u="sng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op het tekstje onder 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het pictogram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Nieuwe dia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:</a:t>
              </a: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Andere indeling voor huidige dia</a:t>
              </a:r>
            </a:p>
            <a:p>
              <a:pPr>
                <a:lnSpc>
                  <a:spcPct val="100000"/>
                </a:lnSpc>
              </a:pPr>
              <a:r>
                <a:rPr lang="nl-NL" sz="1000" b="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Klik op de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Start</a:t>
              </a:r>
              <a:r>
                <a:rPr lang="nl-NL" sz="1000" b="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-tab op Indeling:</a:t>
              </a:r>
            </a:p>
          </p:txBody>
        </p:sp>
        <p:pic>
          <p:nvPicPr>
            <p:cNvPr id="17" name="Afbeelding 16">
              <a:extLst>
                <a:ext uri="{FF2B5EF4-FFF2-40B4-BE49-F238E27FC236}">
                  <a16:creationId xmlns:a16="http://schemas.microsoft.com/office/drawing/2014/main" id="{EC14DE48-4F0E-43EC-B736-6BEEB06E65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1720819" y="2405204"/>
              <a:ext cx="514350" cy="762000"/>
            </a:xfrm>
            <a:prstGeom prst="rect">
              <a:avLst/>
            </a:prstGeom>
          </p:spPr>
        </p:pic>
        <p:sp>
          <p:nvSpPr>
            <p:cNvPr id="18" name="Pijl: links 17">
              <a:extLst>
                <a:ext uri="{FF2B5EF4-FFF2-40B4-BE49-F238E27FC236}">
                  <a16:creationId xmlns:a16="http://schemas.microsoft.com/office/drawing/2014/main" id="{BEFD3151-502C-4722-9080-A1720BC9EAF8}"/>
                </a:ext>
              </a:extLst>
            </p:cNvPr>
            <p:cNvSpPr/>
            <p:nvPr userDrawn="1"/>
          </p:nvSpPr>
          <p:spPr>
            <a:xfrm>
              <a:off x="-1249266" y="2906162"/>
              <a:ext cx="514350" cy="181070"/>
            </a:xfrm>
            <a:prstGeom prst="lef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chemeClr val="tx1"/>
                </a:solidFill>
              </a:endParaRPr>
            </a:p>
          </p:txBody>
        </p:sp>
        <p:pic>
          <p:nvPicPr>
            <p:cNvPr id="19" name="Afbeelding 18">
              <a:extLst>
                <a:ext uri="{FF2B5EF4-FFF2-40B4-BE49-F238E27FC236}">
                  <a16:creationId xmlns:a16="http://schemas.microsoft.com/office/drawing/2014/main" id="{24130D00-8AA9-4DA1-8F00-36B2187743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-1730279" y="4015820"/>
              <a:ext cx="962025" cy="247650"/>
            </a:xfrm>
            <a:prstGeom prst="rect">
              <a:avLst/>
            </a:prstGeom>
          </p:spPr>
        </p:pic>
      </p:grp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0CD97FCA-990D-428D-B8B1-866C08E2C5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7600" y="892800"/>
            <a:ext cx="266400" cy="223200"/>
          </a:xfrm>
          <a:blipFill dpi="0" rotWithShape="1">
            <a:blip r:embed="rId4"/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00">
                <a:solidFill>
                  <a:schemeClr val="bg1"/>
                </a:solidFill>
              </a:defRPr>
            </a:lvl1pPr>
            <a:lvl2pPr>
              <a:defRPr sz="100">
                <a:solidFill>
                  <a:schemeClr val="bg1"/>
                </a:solidFill>
              </a:defRPr>
            </a:lvl2pPr>
            <a:lvl3pPr>
              <a:defRPr sz="100">
                <a:solidFill>
                  <a:schemeClr val="bg1"/>
                </a:solidFill>
              </a:defRPr>
            </a:lvl3pPr>
            <a:lvl4pPr>
              <a:defRPr sz="100">
                <a:solidFill>
                  <a:schemeClr val="bg1"/>
                </a:solidFill>
              </a:defRPr>
            </a:lvl4pPr>
            <a:lvl5pPr>
              <a:defRPr sz="1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ACDA0D89-AC29-4AF7-A2B0-B1C1CD4F14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74000" y="5860800"/>
            <a:ext cx="1558800" cy="475200"/>
          </a:xfrm>
          <a:blipFill>
            <a:blip r:embed="rId5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accent5"/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24" name="Toelichting 2">
            <a:extLst>
              <a:ext uri="{FF2B5EF4-FFF2-40B4-BE49-F238E27FC236}">
                <a16:creationId xmlns:a16="http://schemas.microsoft.com/office/drawing/2014/main" id="{A25424A8-6ADE-4C80-B106-497161FBD436}"/>
              </a:ext>
            </a:extLst>
          </p:cNvPr>
          <p:cNvSpPr txBox="1"/>
          <p:nvPr userDrawn="1"/>
        </p:nvSpPr>
        <p:spPr>
          <a:xfrm>
            <a:off x="12358572" y="3201792"/>
            <a:ext cx="2031009" cy="35548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50" b="1" baseline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Foto instellen</a:t>
            </a:r>
          </a:p>
          <a:p>
            <a:pPr>
              <a:lnSpc>
                <a:spcPct val="100000"/>
              </a:lnSpc>
            </a:pPr>
            <a:r>
              <a:rPr lang="nl-NL" sz="105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Het fotokader wordt altijd vanuit het midden van de gekozen foto gevuld. </a:t>
            </a:r>
          </a:p>
          <a:p>
            <a:pPr>
              <a:lnSpc>
                <a:spcPct val="100000"/>
              </a:lnSpc>
            </a:pPr>
            <a:endParaRPr lang="nl-NL" sz="105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Als je een ander gedeelte van de foto wilt zien, gebruik je de functie ‘bijsnijden’: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Selecteer de foto op de dia; het kader wordt vierkant weergegeven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tab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Hulpmiddelen voor tekenen / Opmaak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: klik op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Bijsnijden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Nu kun je de foto bewegen en daarmee het gewenste deel in beeld schuiven. Ook kun je de foto vergroten/verkleinen door met de greepjes in de hoeken te slepen.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naast het kader om de bijsnijden-functie te verlaten.</a:t>
            </a:r>
          </a:p>
        </p:txBody>
      </p:sp>
      <p:sp>
        <p:nvSpPr>
          <p:cNvPr id="25" name="Toelichting 2">
            <a:extLst>
              <a:ext uri="{FF2B5EF4-FFF2-40B4-BE49-F238E27FC236}">
                <a16:creationId xmlns:a16="http://schemas.microsoft.com/office/drawing/2014/main" id="{BA9CD39E-B253-4330-9459-D93654698BBF}"/>
              </a:ext>
            </a:extLst>
          </p:cNvPr>
          <p:cNvSpPr txBox="1"/>
          <p:nvPr userDrawn="1"/>
        </p:nvSpPr>
        <p:spPr>
          <a:xfrm>
            <a:off x="12358572" y="0"/>
            <a:ext cx="2031009" cy="30700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50" b="1" baseline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Dia herstellen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Als de elementen niet (meer) op de juiste manier (over elkaar) liggen kun je de dia-indeling herstellen: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tab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Start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: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op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Opnieuw instellen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50" b="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Helaas moet je hierna eventuele ‘bijsnijdingen’ opnieuw instellen.</a:t>
            </a:r>
          </a:p>
          <a:p>
            <a:pPr marL="0" marR="0" lvl="0" indent="0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dit voorkomen door de bijsnijdingen eerst te verwijderen: </a:t>
            </a:r>
          </a:p>
          <a:p>
            <a:pPr marL="200699" marR="0" lvl="0" indent="-200699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Selecteer de foto. </a:t>
            </a:r>
          </a:p>
          <a:p>
            <a:pPr marL="200699" marR="0" lvl="0" indent="-200699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tab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Hulpmiddelen voor tekenen / Opmaak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: klik op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Afbeeldingen comprimeren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en selecteer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Bijgesneden gebieden van afbeeldingen verwijderen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0643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met lichte f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jdelijke aanduiding voor afbeelding 21">
            <a:extLst>
              <a:ext uri="{FF2B5EF4-FFF2-40B4-BE49-F238E27FC236}">
                <a16:creationId xmlns:a16="http://schemas.microsoft.com/office/drawing/2014/main" id="{128520C4-8B76-4C22-9A16-F93551D3C16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66000 h 6858000"/>
              <a:gd name="connsiteX3" fmla="*/ 11400000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66000"/>
                </a:lnTo>
                <a:lnTo>
                  <a:pt x="11400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>
            <a:noAutofit/>
          </a:bodyPr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571307B-333B-4591-8BC7-DC50216CB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600" y="1324800"/>
            <a:ext cx="9648000" cy="1865600"/>
          </a:xfrm>
        </p:spPr>
        <p:txBody>
          <a:bodyPr anchor="t" anchorCtr="0"/>
          <a:lstStyle>
            <a:lvl1pPr algn="l">
              <a:defRPr sz="47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0477F3-851B-4CC7-8C61-61E6ABC6C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600" y="3712400"/>
            <a:ext cx="9648000" cy="1545400"/>
          </a:xfrm>
        </p:spPr>
        <p:txBody>
          <a:bodyPr/>
          <a:lstStyle>
            <a:lvl1pPr marL="0" indent="0" algn="l">
              <a:lnSpc>
                <a:spcPct val="105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grpSp>
        <p:nvGrpSpPr>
          <p:cNvPr id="15" name="Groep 14">
            <a:extLst>
              <a:ext uri="{FF2B5EF4-FFF2-40B4-BE49-F238E27FC236}">
                <a16:creationId xmlns:a16="http://schemas.microsoft.com/office/drawing/2014/main" id="{50B04124-1E68-4203-A398-300DE8A9B0B3}"/>
              </a:ext>
            </a:extLst>
          </p:cNvPr>
          <p:cNvGrpSpPr/>
          <p:nvPr userDrawn="1"/>
        </p:nvGrpSpPr>
        <p:grpSpPr>
          <a:xfrm>
            <a:off x="-2172832" y="1897500"/>
            <a:ext cx="2046443" cy="2365970"/>
            <a:chOff x="-2172832" y="1897500"/>
            <a:chExt cx="2046443" cy="2365970"/>
          </a:xfrm>
        </p:grpSpPr>
        <p:sp>
          <p:nvSpPr>
            <p:cNvPr id="16" name="Toelichting 2">
              <a:extLst>
                <a:ext uri="{FF2B5EF4-FFF2-40B4-BE49-F238E27FC236}">
                  <a16:creationId xmlns:a16="http://schemas.microsoft.com/office/drawing/2014/main" id="{EF5FCD81-6E8D-44ED-B3BB-3D7A2722A3CE}"/>
                </a:ext>
              </a:extLst>
            </p:cNvPr>
            <p:cNvSpPr txBox="1"/>
            <p:nvPr userDrawn="1"/>
          </p:nvSpPr>
          <p:spPr>
            <a:xfrm>
              <a:off x="-2172832" y="1897500"/>
              <a:ext cx="2046443" cy="20005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Nieuwe dia</a:t>
              </a: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Klik op de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Start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-tab </a:t>
              </a:r>
              <a:r>
                <a:rPr lang="nl-NL" sz="1000" u="sng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op het tekstje onder 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het pictogram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Nieuwe dia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:</a:t>
              </a: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Andere indeling voor huidige dia</a:t>
              </a:r>
            </a:p>
            <a:p>
              <a:pPr>
                <a:lnSpc>
                  <a:spcPct val="100000"/>
                </a:lnSpc>
              </a:pPr>
              <a:r>
                <a:rPr lang="nl-NL" sz="1000" b="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Klik op de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Start</a:t>
              </a:r>
              <a:r>
                <a:rPr lang="nl-NL" sz="1000" b="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-tab op Indeling:</a:t>
              </a:r>
            </a:p>
          </p:txBody>
        </p:sp>
        <p:pic>
          <p:nvPicPr>
            <p:cNvPr id="17" name="Afbeelding 16">
              <a:extLst>
                <a:ext uri="{FF2B5EF4-FFF2-40B4-BE49-F238E27FC236}">
                  <a16:creationId xmlns:a16="http://schemas.microsoft.com/office/drawing/2014/main" id="{EC14DE48-4F0E-43EC-B736-6BEEB06E65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1720819" y="2405204"/>
              <a:ext cx="514350" cy="762000"/>
            </a:xfrm>
            <a:prstGeom prst="rect">
              <a:avLst/>
            </a:prstGeom>
          </p:spPr>
        </p:pic>
        <p:sp>
          <p:nvSpPr>
            <p:cNvPr id="18" name="Pijl: links 17">
              <a:extLst>
                <a:ext uri="{FF2B5EF4-FFF2-40B4-BE49-F238E27FC236}">
                  <a16:creationId xmlns:a16="http://schemas.microsoft.com/office/drawing/2014/main" id="{BEFD3151-502C-4722-9080-A1720BC9EAF8}"/>
                </a:ext>
              </a:extLst>
            </p:cNvPr>
            <p:cNvSpPr/>
            <p:nvPr userDrawn="1"/>
          </p:nvSpPr>
          <p:spPr>
            <a:xfrm>
              <a:off x="-1249266" y="2906162"/>
              <a:ext cx="514350" cy="181070"/>
            </a:xfrm>
            <a:prstGeom prst="lef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chemeClr val="tx1"/>
                </a:solidFill>
              </a:endParaRPr>
            </a:p>
          </p:txBody>
        </p:sp>
        <p:pic>
          <p:nvPicPr>
            <p:cNvPr id="19" name="Afbeelding 18">
              <a:extLst>
                <a:ext uri="{FF2B5EF4-FFF2-40B4-BE49-F238E27FC236}">
                  <a16:creationId xmlns:a16="http://schemas.microsoft.com/office/drawing/2014/main" id="{24130D00-8AA9-4DA1-8F00-36B2187743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-1730279" y="4015820"/>
              <a:ext cx="962025" cy="247650"/>
            </a:xfrm>
            <a:prstGeom prst="rect">
              <a:avLst/>
            </a:prstGeom>
          </p:spPr>
        </p:pic>
      </p:grp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0CD97FCA-990D-428D-B8B1-866C08E2C5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7600" y="896400"/>
            <a:ext cx="270000" cy="223200"/>
          </a:xfrm>
          <a:blipFill dpi="0" rotWithShape="1">
            <a:blip r:embed="rId4"/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00">
                <a:solidFill>
                  <a:schemeClr val="bg1"/>
                </a:solidFill>
              </a:defRPr>
            </a:lvl1pPr>
            <a:lvl2pPr>
              <a:defRPr sz="100">
                <a:solidFill>
                  <a:schemeClr val="bg1"/>
                </a:solidFill>
              </a:defRPr>
            </a:lvl2pPr>
            <a:lvl3pPr>
              <a:defRPr sz="100">
                <a:solidFill>
                  <a:schemeClr val="bg1"/>
                </a:solidFill>
              </a:defRPr>
            </a:lvl3pPr>
            <a:lvl4pPr>
              <a:defRPr sz="100">
                <a:solidFill>
                  <a:schemeClr val="bg1"/>
                </a:solidFill>
              </a:defRPr>
            </a:lvl4pPr>
            <a:lvl5pPr>
              <a:defRPr sz="1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ACDA0D89-AC29-4AF7-A2B0-B1C1CD4F14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74000" y="5864400"/>
            <a:ext cx="1548000" cy="471600"/>
          </a:xfrm>
          <a:blipFill>
            <a:blip r:embed="rId5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accent5"/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20" name="Toelichting 2">
            <a:extLst>
              <a:ext uri="{FF2B5EF4-FFF2-40B4-BE49-F238E27FC236}">
                <a16:creationId xmlns:a16="http://schemas.microsoft.com/office/drawing/2014/main" id="{58888936-6C5E-417F-BEF5-E2EF5FB87309}"/>
              </a:ext>
            </a:extLst>
          </p:cNvPr>
          <p:cNvSpPr txBox="1"/>
          <p:nvPr userDrawn="1"/>
        </p:nvSpPr>
        <p:spPr>
          <a:xfrm>
            <a:off x="12358572" y="3201792"/>
            <a:ext cx="2031009" cy="35548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50" b="1" baseline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Foto instellen</a:t>
            </a:r>
          </a:p>
          <a:p>
            <a:pPr>
              <a:lnSpc>
                <a:spcPct val="100000"/>
              </a:lnSpc>
            </a:pPr>
            <a:r>
              <a:rPr lang="nl-NL" sz="105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Het fotokader wordt altijd vanuit het midden van de gekozen foto gevuld. </a:t>
            </a:r>
          </a:p>
          <a:p>
            <a:pPr>
              <a:lnSpc>
                <a:spcPct val="100000"/>
              </a:lnSpc>
            </a:pPr>
            <a:endParaRPr lang="nl-NL" sz="105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Als je een ander gedeelte van de foto wilt zien, gebruik je de functie ‘bijsnijden’: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Selecteer de foto op de dia; het kader wordt vierkant weergegeven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tab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Hulpmiddelen voor tekenen / Opmaak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: klik op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Bijsnijden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Nu kun je de foto bewegen en daarmee het gewenste deel in beeld schuiven. Ook kun je de foto vergroten/verkleinen door met de greepjes in de hoeken te slepen.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naast het kader om de bijsnijden-functie te verlaten.</a:t>
            </a:r>
          </a:p>
        </p:txBody>
      </p:sp>
      <p:sp>
        <p:nvSpPr>
          <p:cNvPr id="21" name="Toelichting 2">
            <a:extLst>
              <a:ext uri="{FF2B5EF4-FFF2-40B4-BE49-F238E27FC236}">
                <a16:creationId xmlns:a16="http://schemas.microsoft.com/office/drawing/2014/main" id="{0F8C9FE2-BA24-4C8F-A357-4D9EF1B0D229}"/>
              </a:ext>
            </a:extLst>
          </p:cNvPr>
          <p:cNvSpPr txBox="1"/>
          <p:nvPr userDrawn="1"/>
        </p:nvSpPr>
        <p:spPr>
          <a:xfrm>
            <a:off x="12358572" y="0"/>
            <a:ext cx="2031009" cy="30700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50" b="1" baseline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Dia herstellen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Als de elementen niet (meer) op de juiste manier (over elkaar) liggen kun je de dia-indeling herstellen: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tab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Start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: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op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Opnieuw instellen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50" b="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Helaas moet je hierna eventuele ‘bijsnijdingen’ opnieuw instellen.</a:t>
            </a:r>
          </a:p>
          <a:p>
            <a:pPr marL="0" marR="0" lvl="0" indent="0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dit voorkomen door de bijsnijdingen eerst te verwijderen: </a:t>
            </a:r>
          </a:p>
          <a:p>
            <a:pPr marL="200699" marR="0" lvl="0" indent="-200699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Selecteer de foto. </a:t>
            </a:r>
          </a:p>
          <a:p>
            <a:pPr marL="200699" marR="0" lvl="0" indent="-200699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tab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Hulpmiddelen voor tekenen / Opmaak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: klik op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Afbeeldingen comprimeren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en selecteer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Bijgesneden gebieden van afbeeldingen verwijderen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4221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A4D82EB-A068-41A9-80F3-33E950159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7" name="Toelichting 2">
            <a:extLst>
              <a:ext uri="{FF2B5EF4-FFF2-40B4-BE49-F238E27FC236}">
                <a16:creationId xmlns:a16="http://schemas.microsoft.com/office/drawing/2014/main" id="{C02237BE-ACED-416B-B03B-35F33FCB7DCE}"/>
              </a:ext>
            </a:extLst>
          </p:cNvPr>
          <p:cNvSpPr txBox="1"/>
          <p:nvPr userDrawn="1"/>
        </p:nvSpPr>
        <p:spPr>
          <a:xfrm>
            <a:off x="-2105892" y="1897500"/>
            <a:ext cx="1979503" cy="35394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00" b="1" baseline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Tekst opmaken</a:t>
            </a:r>
            <a:endParaRPr lang="nl-NL" sz="1000" baseline="0" noProof="1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tekstkaders zijn vijf opmaakstijlen ingesteld: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streepje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pijltje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Platte tekst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Tussenkopje</a:t>
            </a:r>
          </a:p>
          <a:p>
            <a:pPr>
              <a:lnSpc>
                <a:spcPct val="100000"/>
              </a:lnSpc>
            </a:pPr>
            <a:endParaRPr lang="nl-NL" sz="10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kiest een stijl door </a:t>
            </a:r>
            <a:r>
              <a:rPr lang="nl-NL" sz="100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aan het begin van een regel 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 drukken: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volgende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tekststijl.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vorige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0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[Shift]+[Tab].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635C0F4-5237-4F1A-B811-55FEE9224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71EEF6-DBD1-426F-A2DA-726A66514C22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14810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4ED5F24-06BD-462B-BA0F-255F2F8111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6000" y="2016000"/>
            <a:ext cx="4752000" cy="4140000"/>
          </a:xfrm>
        </p:spPr>
        <p:txBody>
          <a:bodyPr/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D9AC1BE-8B1E-470A-A65A-4D969FAD10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8000" y="2016000"/>
            <a:ext cx="4752000" cy="4140000"/>
          </a:xfrm>
        </p:spPr>
        <p:txBody>
          <a:bodyPr/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9" name="Toelichting 2">
            <a:extLst>
              <a:ext uri="{FF2B5EF4-FFF2-40B4-BE49-F238E27FC236}">
                <a16:creationId xmlns:a16="http://schemas.microsoft.com/office/drawing/2014/main" id="{48F364DB-B536-4EB7-8EBE-116D7A2DD3D0}"/>
              </a:ext>
            </a:extLst>
          </p:cNvPr>
          <p:cNvSpPr txBox="1"/>
          <p:nvPr userDrawn="1"/>
        </p:nvSpPr>
        <p:spPr>
          <a:xfrm>
            <a:off x="-2105892" y="1897500"/>
            <a:ext cx="1979503" cy="35394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00" b="1" baseline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Tekst opmaken</a:t>
            </a:r>
            <a:endParaRPr lang="nl-NL" sz="1000" baseline="0" noProof="1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tekstkaders zijn vijf opmaakstijlen ingesteld: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streepje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pijltje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Platte tekst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Tussenkopje</a:t>
            </a:r>
          </a:p>
          <a:p>
            <a:pPr>
              <a:lnSpc>
                <a:spcPct val="100000"/>
              </a:lnSpc>
            </a:pPr>
            <a:endParaRPr lang="nl-NL" sz="10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kiest een stijl door </a:t>
            </a:r>
            <a:r>
              <a:rPr lang="nl-NL" sz="100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aan het begin van een regel 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 drukken: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volgende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tekststijl.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vorige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0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55B43CF-2B78-4B0E-B67D-E748CB02A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43137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 met ond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oelichting 2">
            <a:extLst>
              <a:ext uri="{FF2B5EF4-FFF2-40B4-BE49-F238E27FC236}">
                <a16:creationId xmlns:a16="http://schemas.microsoft.com/office/drawing/2014/main" id="{48F364DB-B536-4EB7-8EBE-116D7A2DD3D0}"/>
              </a:ext>
            </a:extLst>
          </p:cNvPr>
          <p:cNvSpPr txBox="1"/>
          <p:nvPr userDrawn="1"/>
        </p:nvSpPr>
        <p:spPr>
          <a:xfrm>
            <a:off x="-2105892" y="1897500"/>
            <a:ext cx="1979503" cy="35394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00" b="1" baseline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Tekst opmaken</a:t>
            </a:r>
            <a:endParaRPr lang="nl-NL" sz="1000" baseline="0" noProof="1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tekstkaders zijn vijf opmaakstijlen ingesteld: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streepje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pijltje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Platte tekst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Tussenkopje</a:t>
            </a:r>
          </a:p>
          <a:p>
            <a:pPr>
              <a:lnSpc>
                <a:spcPct val="100000"/>
              </a:lnSpc>
            </a:pPr>
            <a:endParaRPr lang="nl-NL" sz="10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kiest een stijl door </a:t>
            </a:r>
            <a:r>
              <a:rPr lang="nl-NL" sz="100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aan het begin van een regel 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 drukken: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volgende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tekststijl.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vorige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0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[Shift]+[Tab].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390A494-4717-4029-B60D-381CEB1DF1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5999" y="2016000"/>
            <a:ext cx="9864000" cy="59055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nl-NL" dirty="0"/>
              <a:t>[ondertitel]</a:t>
            </a:r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78713771-FD45-4006-8385-08CF792516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6000" y="2613439"/>
            <a:ext cx="4752000" cy="3552500"/>
          </a:xfrm>
        </p:spPr>
        <p:txBody>
          <a:bodyPr/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Tijdelijke aanduiding voor inhoud 3">
            <a:extLst>
              <a:ext uri="{FF2B5EF4-FFF2-40B4-BE49-F238E27FC236}">
                <a16:creationId xmlns:a16="http://schemas.microsoft.com/office/drawing/2014/main" id="{0FD2E632-CCBA-4A49-B173-C6E074472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8000" y="2613439"/>
            <a:ext cx="4752000" cy="3552500"/>
          </a:xfrm>
        </p:spPr>
        <p:txBody>
          <a:bodyPr/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C2FAE7D-E99E-42B0-A84F-B037C2447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851279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oelichting 2">
            <a:extLst>
              <a:ext uri="{FF2B5EF4-FFF2-40B4-BE49-F238E27FC236}">
                <a16:creationId xmlns:a16="http://schemas.microsoft.com/office/drawing/2014/main" id="{48F364DB-B536-4EB7-8EBE-116D7A2DD3D0}"/>
              </a:ext>
            </a:extLst>
          </p:cNvPr>
          <p:cNvSpPr txBox="1"/>
          <p:nvPr userDrawn="1"/>
        </p:nvSpPr>
        <p:spPr>
          <a:xfrm>
            <a:off x="-2105892" y="1897500"/>
            <a:ext cx="1979503" cy="35394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00" b="1" baseline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Tekst opmaken</a:t>
            </a:r>
            <a:endParaRPr lang="nl-NL" sz="1000" baseline="0" noProof="1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tekstkaders zijn vijf opmaakstijlen ingesteld: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streepje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pijltje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Platte tekst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Tussenkopje</a:t>
            </a:r>
          </a:p>
          <a:p>
            <a:pPr>
              <a:lnSpc>
                <a:spcPct val="100000"/>
              </a:lnSpc>
            </a:pPr>
            <a:endParaRPr lang="nl-NL" sz="10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kiest een stijl door </a:t>
            </a:r>
            <a:r>
              <a:rPr lang="nl-NL" sz="100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aan het begin van een regel 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 drukken: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volgende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tekststijl.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vorige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0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[Shift]+[Tab].</a:t>
            </a:r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708FCB36-775D-40C0-B0F3-86CA1A9D71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96000" y="2016000"/>
            <a:ext cx="4752000" cy="4140000"/>
          </a:xfrm>
          <a:solidFill>
            <a:srgbClr val="DDDDDD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nl-NL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88E88A05-67F9-47A7-960E-586CE611C3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8000" y="2016000"/>
            <a:ext cx="4752000" cy="4140000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202DE95-ADC6-47B0-AEFA-B8503F519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756742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oelichting 2">
            <a:extLst>
              <a:ext uri="{FF2B5EF4-FFF2-40B4-BE49-F238E27FC236}">
                <a16:creationId xmlns:a16="http://schemas.microsoft.com/office/drawing/2014/main" id="{48F364DB-B536-4EB7-8EBE-116D7A2DD3D0}"/>
              </a:ext>
            </a:extLst>
          </p:cNvPr>
          <p:cNvSpPr txBox="1"/>
          <p:nvPr userDrawn="1"/>
        </p:nvSpPr>
        <p:spPr>
          <a:xfrm>
            <a:off x="-2105892" y="1897500"/>
            <a:ext cx="1979503" cy="35394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00" b="1" baseline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Tekst opmaken</a:t>
            </a:r>
            <a:endParaRPr lang="nl-NL" sz="1000" baseline="0" noProof="1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tekstkaders zijn vijf opmaakstijlen ingesteld: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streepje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pijltje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Platte tekst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Tussenkopje</a:t>
            </a:r>
          </a:p>
          <a:p>
            <a:pPr>
              <a:lnSpc>
                <a:spcPct val="100000"/>
              </a:lnSpc>
            </a:pPr>
            <a:endParaRPr lang="nl-NL" sz="10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kiest een stijl door </a:t>
            </a:r>
            <a:r>
              <a:rPr lang="nl-NL" sz="100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aan het begin van een regel 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 drukken: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volgende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tekststijl.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vorige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0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[Shift]+[Tab].</a:t>
            </a:r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708FCB36-775D-40C0-B0F3-86CA1A9D71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08000" y="2016000"/>
            <a:ext cx="4752000" cy="4140000"/>
          </a:xfrm>
          <a:solidFill>
            <a:srgbClr val="DDDDDD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nl-NL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88E88A05-67F9-47A7-960E-586CE611C3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6000" y="2016000"/>
            <a:ext cx="4752000" cy="4140000"/>
          </a:xfrm>
        </p:spPr>
        <p:txBody>
          <a:bodyPr/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38FCF43-34BC-4877-99C4-553FED40A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000" y="720000"/>
            <a:ext cx="9864000" cy="1296000"/>
          </a:xfrm>
        </p:spPr>
        <p:txBody>
          <a:bodyPr/>
          <a:lstStyle/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197731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5F53FA-EE09-4A0C-92EE-E4B8A636A5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7600" y="1324801"/>
            <a:ext cx="6861600" cy="2358200"/>
          </a:xfrm>
        </p:spPr>
        <p:txBody>
          <a:bodyPr anchor="t" anchorCtr="0"/>
          <a:lstStyle>
            <a:lvl1pPr>
              <a:defRPr sz="47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[hoofdstuktitel]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4959B75-7C22-46B5-B30C-BC3F15F358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77600" y="3894246"/>
            <a:ext cx="6861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[ondertitel of toelichting]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FF806D8B-5DD1-4AC8-881B-942EAB79FC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362" y="4334037"/>
            <a:ext cx="2566638" cy="2523963"/>
          </a:xfrm>
          <a:prstGeom prst="rect">
            <a:avLst/>
          </a:prstGeom>
        </p:spPr>
      </p:pic>
      <p:pic>
        <p:nvPicPr>
          <p:cNvPr id="9" name="Afbeelding 8" descr="Afbeelding met tekst, kruiswoordpuzzel&#10;&#10;Beschrijving is gegenereerd met hoge betrouwbaarheid">
            <a:extLst>
              <a:ext uri="{FF2B5EF4-FFF2-40B4-BE49-F238E27FC236}">
                <a16:creationId xmlns:a16="http://schemas.microsoft.com/office/drawing/2014/main" id="{780794D5-73D1-4667-A8F7-1FFB0EDB22F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600" y="891306"/>
            <a:ext cx="266699" cy="22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80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251F923-90BC-40F3-8BDA-DB17BAC4C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819886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ige driehoek 4">
            <a:extLst>
              <a:ext uri="{FF2B5EF4-FFF2-40B4-BE49-F238E27FC236}">
                <a16:creationId xmlns:a16="http://schemas.microsoft.com/office/drawing/2014/main" id="{7B950D76-FDB9-4D4D-8E5F-9E36F651D41E}"/>
              </a:ext>
            </a:extLst>
          </p:cNvPr>
          <p:cNvSpPr/>
          <p:nvPr userDrawn="1"/>
        </p:nvSpPr>
        <p:spPr>
          <a:xfrm rot="5400000">
            <a:off x="11400000" y="6066000"/>
            <a:ext cx="792000" cy="7920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809513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sluit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69BFDD44-2866-4BB8-BAB3-956F9C108E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25362" y="4334037"/>
            <a:ext cx="2566638" cy="2523963"/>
          </a:xfrm>
          <a:prstGeom prst="rect">
            <a:avLst/>
          </a:prstGeom>
        </p:spPr>
      </p:pic>
      <p:pic>
        <p:nvPicPr>
          <p:cNvPr id="24" name="Afbeelding 23">
            <a:extLst>
              <a:ext uri="{FF2B5EF4-FFF2-40B4-BE49-F238E27FC236}">
                <a16:creationId xmlns:a16="http://schemas.microsoft.com/office/drawing/2014/main" id="{74C25534-E1F7-408F-971A-A92512CE12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99" y="5257800"/>
            <a:ext cx="3534451" cy="1081088"/>
          </a:xfrm>
          <a:prstGeom prst="rect">
            <a:avLst/>
          </a:prstGeom>
        </p:spPr>
      </p:pic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05F27743-4FBD-454F-B003-399F0DD3C9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7600" y="1203770"/>
            <a:ext cx="7797800" cy="1694004"/>
          </a:xfrm>
        </p:spPr>
        <p:txBody>
          <a:bodyPr>
            <a:normAutofit/>
          </a:bodyPr>
          <a:lstStyle>
            <a:lvl1pPr marL="0" indent="0">
              <a:lnSpc>
                <a:spcPct val="105000"/>
              </a:lnSpc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[afsluitgroet]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322CD84B-886E-4595-BFBC-7504B9A0CE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7600" y="3588345"/>
            <a:ext cx="4800600" cy="10810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[contactgegevens]</a:t>
            </a:r>
          </a:p>
        </p:txBody>
      </p:sp>
    </p:spTree>
    <p:extLst>
      <p:ext uri="{BB962C8B-B14F-4D97-AF65-F5344CB8AC3E}">
        <p14:creationId xmlns:p14="http://schemas.microsoft.com/office/powerpoint/2010/main" val="1260056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FB40F12D-8035-4195-930D-B791F4682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000" y="720000"/>
            <a:ext cx="9864000" cy="129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DA64035-B49A-4536-A334-06A23F564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6000" y="2016000"/>
            <a:ext cx="9864000" cy="414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Rechthoekige driehoek 10">
            <a:extLst>
              <a:ext uri="{FF2B5EF4-FFF2-40B4-BE49-F238E27FC236}">
                <a16:creationId xmlns:a16="http://schemas.microsoft.com/office/drawing/2014/main" id="{330D8806-E372-45EA-882A-A3971C1ABBA5}"/>
              </a:ext>
            </a:extLst>
          </p:cNvPr>
          <p:cNvSpPr/>
          <p:nvPr userDrawn="1"/>
        </p:nvSpPr>
        <p:spPr>
          <a:xfrm flipH="1">
            <a:off x="777714" y="999026"/>
            <a:ext cx="198000" cy="198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Rechthoekige driehoek 12">
            <a:extLst>
              <a:ext uri="{FF2B5EF4-FFF2-40B4-BE49-F238E27FC236}">
                <a16:creationId xmlns:a16="http://schemas.microsoft.com/office/drawing/2014/main" id="{5EC37B98-C211-4E5B-9560-4231BD5B7FC9}"/>
              </a:ext>
            </a:extLst>
          </p:cNvPr>
          <p:cNvSpPr/>
          <p:nvPr userDrawn="1"/>
        </p:nvSpPr>
        <p:spPr>
          <a:xfrm rot="5400000">
            <a:off x="11400000" y="6066000"/>
            <a:ext cx="792000" cy="7920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1EEF6-DBD1-426F-A2DA-726A66514C22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14889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  <p:sldLayoutId id="2147483650" r:id="rId4"/>
    <p:sldLayoutId id="2147483652" r:id="rId5"/>
    <p:sldLayoutId id="2147483662" r:id="rId6"/>
    <p:sldLayoutId id="2147483659" r:id="rId7"/>
    <p:sldLayoutId id="2147483660" r:id="rId8"/>
    <p:sldLayoutId id="2147483651" r:id="rId9"/>
    <p:sldLayoutId id="2147483654" r:id="rId10"/>
    <p:sldLayoutId id="2147483655" r:id="rId11"/>
    <p:sldLayoutId id="2147483658" r:id="rId12"/>
  </p:sldLayoutIdLst>
  <p:hf hdr="0" dt="0"/>
  <p:txStyles>
    <p:titleStyle>
      <a:lvl1pPr algn="l" defTabSz="914400" rtl="0" eaLnBrk="1" latinLnBrk="0" hangingPunct="1">
        <a:lnSpc>
          <a:spcPct val="105000"/>
        </a:lnSpc>
        <a:spcBef>
          <a:spcPct val="0"/>
        </a:spcBef>
        <a:buNone/>
        <a:defRPr sz="40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 eaLnBrk="1" latinLnBrk="0" hangingPunct="1">
        <a:lnSpc>
          <a:spcPct val="120000"/>
        </a:lnSpc>
        <a:spcBef>
          <a:spcPts val="0"/>
        </a:spcBef>
        <a:buClr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lnSpc>
          <a:spcPct val="120000"/>
        </a:lnSpc>
        <a:spcBef>
          <a:spcPts val="0"/>
        </a:spcBef>
        <a:buClrTx/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lnSpc>
          <a:spcPct val="120000"/>
        </a:lnSpc>
        <a:spcBef>
          <a:spcPts val="0"/>
        </a:spcBef>
        <a:buClrTx/>
        <a:buFont typeface="Arial" panose="020B060402020202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20000"/>
        </a:lnSpc>
        <a:spcBef>
          <a:spcPts val="0"/>
        </a:spcBef>
        <a:buClrTx/>
        <a:buSzPct val="25000"/>
        <a:buFont typeface="Arial" panose="020B0604030504040204" pitchFamily="34" charset="0"/>
        <a:buChar char="'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20000"/>
        </a:lnSpc>
        <a:spcBef>
          <a:spcPts val="0"/>
        </a:spcBef>
        <a:buClr>
          <a:schemeClr val="tx1"/>
        </a:buClr>
        <a:buSzPct val="25000"/>
        <a:buFont typeface="Arial" panose="020B0604030504040204" pitchFamily="34" charset="0"/>
        <a:buChar char="'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Data Types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 sz="11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B2D1E6D-F9BE-45DD-9E19-3AC27D5FAD91}"/>
              </a:ext>
            </a:extLst>
          </p:cNvPr>
          <p:cNvGrpSpPr/>
          <p:nvPr/>
        </p:nvGrpSpPr>
        <p:grpSpPr>
          <a:xfrm>
            <a:off x="6593983" y="2518600"/>
            <a:ext cx="4042747" cy="2083252"/>
            <a:chOff x="4283968" y="2969267"/>
            <a:chExt cx="4042747" cy="208325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BD934DF-9DF7-4602-9B9F-0E1A818CB968}"/>
                </a:ext>
              </a:extLst>
            </p:cNvPr>
            <p:cNvSpPr txBox="1"/>
            <p:nvPr/>
          </p:nvSpPr>
          <p:spPr>
            <a:xfrm>
              <a:off x="5147760" y="3493527"/>
              <a:ext cx="165738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bigint</a:t>
              </a:r>
              <a:endParaRPr lang="nl-NL" sz="48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A4B134C-AEDE-48F6-A515-1DABEF01725D}"/>
                </a:ext>
              </a:extLst>
            </p:cNvPr>
            <p:cNvSpPr txBox="1"/>
            <p:nvPr/>
          </p:nvSpPr>
          <p:spPr>
            <a:xfrm>
              <a:off x="7236296" y="3137956"/>
              <a:ext cx="7269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char</a:t>
              </a:r>
              <a:endParaRPr lang="nl-NL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2E03D1D-8FD0-427F-964E-172644E3BD07}"/>
                </a:ext>
              </a:extLst>
            </p:cNvPr>
            <p:cNvSpPr txBox="1"/>
            <p:nvPr/>
          </p:nvSpPr>
          <p:spPr>
            <a:xfrm>
              <a:off x="5789956" y="3220373"/>
              <a:ext cx="8709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date</a:t>
              </a:r>
              <a:endParaRPr lang="nl-NL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0449821-5C67-4F4E-A18C-1842DD32A393}"/>
                </a:ext>
              </a:extLst>
            </p:cNvPr>
            <p:cNvSpPr txBox="1"/>
            <p:nvPr/>
          </p:nvSpPr>
          <p:spPr>
            <a:xfrm>
              <a:off x="4746198" y="3097263"/>
              <a:ext cx="87097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real</a:t>
              </a:r>
              <a:endParaRPr lang="nl-NL" sz="32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F4C11A0-B3C9-46D0-BE6D-CBC9CBFA0AD8}"/>
                </a:ext>
              </a:extLst>
            </p:cNvPr>
            <p:cNvSpPr txBox="1"/>
            <p:nvPr/>
          </p:nvSpPr>
          <p:spPr>
            <a:xfrm rot="16200000">
              <a:off x="3537090" y="3716145"/>
              <a:ext cx="201697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datetime2</a:t>
              </a:r>
              <a:endParaRPr lang="nl-NL" sz="28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AB54EBB-1272-494A-B918-72AF13B5130E}"/>
                </a:ext>
              </a:extLst>
            </p:cNvPr>
            <p:cNvSpPr txBox="1"/>
            <p:nvPr/>
          </p:nvSpPr>
          <p:spPr>
            <a:xfrm rot="5400000">
              <a:off x="7144447" y="4059214"/>
              <a:ext cx="1401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money</a:t>
              </a:r>
              <a:endParaRPr lang="nl-NL" sz="32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740F612-F180-49B3-A942-0A86A1DD25B8}"/>
                </a:ext>
              </a:extLst>
            </p:cNvPr>
            <p:cNvSpPr txBox="1"/>
            <p:nvPr/>
          </p:nvSpPr>
          <p:spPr>
            <a:xfrm>
              <a:off x="4712272" y="4093690"/>
              <a:ext cx="11839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time</a:t>
              </a:r>
              <a:endParaRPr lang="nl-NL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0B2E70E-BCDE-44D0-B2C5-E08B6C3EF3B7}"/>
                </a:ext>
              </a:extLst>
            </p:cNvPr>
            <p:cNvSpPr txBox="1"/>
            <p:nvPr/>
          </p:nvSpPr>
          <p:spPr>
            <a:xfrm>
              <a:off x="5857845" y="4032136"/>
              <a:ext cx="246887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geometry</a:t>
              </a:r>
              <a:endParaRPr lang="nl-NL" sz="32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15EDE6-0B99-4F9E-8428-647B4F19959F}"/>
                </a:ext>
              </a:extLst>
            </p:cNvPr>
            <p:cNvSpPr txBox="1"/>
            <p:nvPr/>
          </p:nvSpPr>
          <p:spPr>
            <a:xfrm>
              <a:off x="6448054" y="3093417"/>
              <a:ext cx="7332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int</a:t>
              </a:r>
              <a:endParaRPr lang="nl-NL" sz="36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2B21EAF-30B0-4078-858F-D4FBBAB4C778}"/>
                </a:ext>
              </a:extLst>
            </p:cNvPr>
            <p:cNvSpPr txBox="1"/>
            <p:nvPr/>
          </p:nvSpPr>
          <p:spPr>
            <a:xfrm>
              <a:off x="6589988" y="4616911"/>
              <a:ext cx="15811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tinyint</a:t>
              </a:r>
              <a:endParaRPr lang="nl-NL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70AE811-87E1-469E-9722-5F1E9B7F0E94}"/>
                </a:ext>
              </a:extLst>
            </p:cNvPr>
            <p:cNvSpPr txBox="1"/>
            <p:nvPr/>
          </p:nvSpPr>
          <p:spPr>
            <a:xfrm>
              <a:off x="4843403" y="4406186"/>
              <a:ext cx="20169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decimal</a:t>
              </a:r>
              <a:endParaRPr lang="nl-NL" sz="36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BB9B4D7-48A1-4AC6-A1E1-1902C895ABA9}"/>
                </a:ext>
              </a:extLst>
            </p:cNvPr>
            <p:cNvSpPr txBox="1"/>
            <p:nvPr/>
          </p:nvSpPr>
          <p:spPr>
            <a:xfrm>
              <a:off x="6738430" y="3531878"/>
              <a:ext cx="121035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xml</a:t>
              </a:r>
              <a:endParaRPr lang="nl-NL" sz="40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5560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296000" y="720000"/>
            <a:ext cx="9864000" cy="707820"/>
          </a:xfrm>
        </p:spPr>
        <p:txBody>
          <a:bodyPr/>
          <a:lstStyle/>
          <a:p>
            <a:r>
              <a:rPr lang="nl-NL" dirty="0"/>
              <a:t>Waar gebruiken we data types?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B988B8D-D902-A264-EA52-2CBDD6BBDA7C}"/>
              </a:ext>
            </a:extLst>
          </p:cNvPr>
          <p:cNvGrpSpPr/>
          <p:nvPr/>
        </p:nvGrpSpPr>
        <p:grpSpPr>
          <a:xfrm>
            <a:off x="792522" y="1617925"/>
            <a:ext cx="5293308" cy="2470409"/>
            <a:chOff x="5866692" y="1619670"/>
            <a:chExt cx="5293308" cy="2470409"/>
          </a:xfrm>
        </p:grpSpPr>
        <p:sp>
          <p:nvSpPr>
            <p:cNvPr id="11" name="Tijdelijke aanduiding voor inhoud 2">
              <a:extLst>
                <a:ext uri="{FF2B5EF4-FFF2-40B4-BE49-F238E27FC236}">
                  <a16:creationId xmlns:a16="http://schemas.microsoft.com/office/drawing/2014/main" id="{E65B67FA-0282-4CA4-9AC5-1DA67A3B82E5}"/>
                </a:ext>
              </a:extLst>
            </p:cNvPr>
            <p:cNvSpPr txBox="1">
              <a:spLocks/>
            </p:cNvSpPr>
            <p:nvPr/>
          </p:nvSpPr>
          <p:spPr>
            <a:xfrm>
              <a:off x="5866692" y="2025569"/>
              <a:ext cx="5293308" cy="206451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72000" tIns="72000" rIns="72000" bIns="72000" rtlCol="0">
              <a:normAutofit lnSpcReduction="10000"/>
            </a:bodyPr>
            <a:lstStyle>
              <a:lvl1pPr marL="252000" indent="-252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ClrTx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4000" indent="-252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ClrTx/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56000" indent="-252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ClrTx/>
                <a:buFont typeface="Arial" panose="020B0604020202020204" pitchFamily="34" charset="0"/>
                <a:buChar char="›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ClrTx/>
                <a:buSzPct val="25000"/>
                <a:buFont typeface="Arial" panose="020B0604030504040204" pitchFamily="34" charset="0"/>
                <a:buChar char="'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Clr>
                  <a:schemeClr val="tx1"/>
                </a:buClr>
                <a:buSzPct val="25000"/>
                <a:buFont typeface="Arial" panose="020B0604030504040204" pitchFamily="34" charset="0"/>
                <a:buChar char="'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nl-NL" sz="18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CREATE</a:t>
              </a:r>
              <a:r>
                <a:rPr lang="nl-NL" sz="1800" dirty="0">
                  <a:latin typeface="Consolas" panose="020B0609020204030204" pitchFamily="49" charset="0"/>
                </a:rPr>
                <a:t> </a:t>
              </a:r>
              <a:r>
                <a:rPr lang="nl-NL" sz="18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TABLE</a:t>
              </a:r>
              <a:r>
                <a:rPr lang="nl-NL" sz="1800" dirty="0">
                  <a:latin typeface="Consolas" panose="020B0609020204030204" pitchFamily="49" charset="0"/>
                </a:rPr>
                <a:t> </a:t>
              </a:r>
              <a:r>
                <a:rPr lang="nl-NL" sz="1800" dirty="0" err="1">
                  <a:latin typeface="Consolas" panose="020B0609020204030204" pitchFamily="49" charset="0"/>
                </a:rPr>
                <a:t>Personen</a:t>
              </a:r>
              <a:r>
                <a:rPr lang="nl-NL" sz="1800" dirty="0" err="1">
                  <a:solidFill>
                    <a:srgbClr val="808080"/>
                  </a:solidFill>
                  <a:latin typeface="Consolas" panose="020B0609020204030204" pitchFamily="49" charset="0"/>
                </a:rPr>
                <a:t>.</a:t>
              </a:r>
              <a:r>
                <a:rPr lang="nl-NL" sz="1800" dirty="0" err="1">
                  <a:latin typeface="Consolas" panose="020B0609020204030204" pitchFamily="49" charset="0"/>
                </a:rPr>
                <a:t>Spelers</a:t>
              </a:r>
              <a:r>
                <a:rPr lang="nl-NL" sz="18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</a:t>
              </a:r>
              <a:r>
                <a:rPr lang="nl-NL" sz="18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(</a:t>
              </a:r>
              <a:r>
                <a:rPr lang="nl-NL" sz="1800" dirty="0">
                  <a:latin typeface="Consolas" panose="020B0609020204030204" pitchFamily="49" charset="0"/>
                </a:rPr>
                <a:t> </a:t>
              </a:r>
            </a:p>
            <a:p>
              <a:pPr marL="0" indent="0">
                <a:buNone/>
              </a:pPr>
              <a:r>
                <a:rPr lang="en-US" sz="1800" dirty="0">
                  <a:latin typeface="Consolas" panose="020B0609020204030204" pitchFamily="49" charset="0"/>
                </a:rPr>
                <a:t>    </a:t>
              </a:r>
              <a:r>
                <a:rPr lang="en-US" sz="1800" dirty="0" err="1">
                  <a:latin typeface="Consolas" panose="020B0609020204030204" pitchFamily="49" charset="0"/>
                </a:rPr>
                <a:t>spelerID</a:t>
              </a:r>
              <a:r>
                <a:rPr lang="en-US" sz="1800" dirty="0">
                  <a:latin typeface="Consolas" panose="020B0609020204030204" pitchFamily="49" charset="0"/>
                </a:rPr>
                <a:t> </a:t>
              </a:r>
              <a:r>
                <a:rPr lang="en-NL" sz="1800" dirty="0">
                  <a:latin typeface="Consolas" panose="020B0609020204030204" pitchFamily="49" charset="0"/>
                </a:rPr>
                <a:t>     </a:t>
              </a:r>
              <a:r>
                <a:rPr lang="en-US" sz="1800" dirty="0">
                  <a:solidFill>
                    <a:srgbClr val="0000FF"/>
                  </a:solidFill>
                  <a:highlight>
                    <a:srgbClr val="FFFF00"/>
                  </a:highlight>
                  <a:latin typeface="Consolas" panose="020B0609020204030204" pitchFamily="49" charset="0"/>
                </a:rPr>
                <a:t>int</a:t>
              </a:r>
              <a:r>
                <a:rPr lang="nl-NL" sz="18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,</a:t>
              </a:r>
              <a:endParaRPr lang="en-US" sz="1800" dirty="0">
                <a:latin typeface="Consolas" panose="020B0609020204030204" pitchFamily="49" charset="0"/>
              </a:endParaRPr>
            </a:p>
            <a:p>
              <a:pPr marL="0" indent="0">
                <a:buNone/>
              </a:pPr>
              <a:r>
                <a:rPr lang="nl-NL" sz="18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    </a:t>
              </a:r>
              <a:r>
                <a:rPr lang="nl-NL" sz="1800" dirty="0">
                  <a:latin typeface="Consolas" panose="020B0609020204030204" pitchFamily="49" charset="0"/>
                </a:rPr>
                <a:t>achternaam </a:t>
              </a:r>
              <a:r>
                <a:rPr lang="en-NL" sz="1800" dirty="0">
                  <a:latin typeface="Consolas" panose="020B0609020204030204" pitchFamily="49" charset="0"/>
                </a:rPr>
                <a:t>   </a:t>
              </a:r>
              <a:r>
                <a:rPr lang="nl-NL" sz="1800" dirty="0" err="1">
                  <a:solidFill>
                    <a:srgbClr val="0000FF"/>
                  </a:solidFill>
                  <a:highlight>
                    <a:srgbClr val="FFFF00"/>
                  </a:highlight>
                  <a:latin typeface="Consolas" panose="020B0609020204030204" pitchFamily="49" charset="0"/>
                </a:rPr>
                <a:t>nvarchar</a:t>
              </a:r>
              <a:r>
                <a:rPr lang="nl-NL" sz="1800" dirty="0">
                  <a:solidFill>
                    <a:srgbClr val="808080"/>
                  </a:solidFill>
                  <a:highlight>
                    <a:srgbClr val="FFFF00"/>
                  </a:highlight>
                  <a:latin typeface="Consolas" panose="020B0609020204030204" pitchFamily="49" charset="0"/>
                </a:rPr>
                <a:t>(</a:t>
              </a:r>
              <a:r>
                <a:rPr lang="nl-NL" sz="1800" dirty="0">
                  <a:highlight>
                    <a:srgbClr val="FFFF00"/>
                  </a:highlight>
                  <a:latin typeface="Consolas" panose="020B0609020204030204" pitchFamily="49" charset="0"/>
                </a:rPr>
                <a:t>30</a:t>
              </a:r>
              <a:r>
                <a:rPr lang="nl-NL" sz="1800" dirty="0">
                  <a:solidFill>
                    <a:srgbClr val="808080"/>
                  </a:solidFill>
                  <a:highlight>
                    <a:srgbClr val="FFFF00"/>
                  </a:highlight>
                  <a:latin typeface="Consolas" panose="020B0609020204030204" pitchFamily="49" charset="0"/>
                </a:rPr>
                <a:t>)</a:t>
              </a:r>
              <a:r>
                <a:rPr lang="nl-NL" sz="1800" dirty="0">
                  <a:latin typeface="Consolas" panose="020B0609020204030204" pitchFamily="49" charset="0"/>
                </a:rPr>
                <a:t> </a:t>
              </a:r>
              <a:r>
                <a:rPr lang="nl-NL" sz="18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NOT</a:t>
              </a:r>
              <a:r>
                <a:rPr lang="nl-NL" sz="1800" dirty="0">
                  <a:latin typeface="Consolas" panose="020B0609020204030204" pitchFamily="49" charset="0"/>
                </a:rPr>
                <a:t> </a:t>
              </a:r>
              <a:r>
                <a:rPr lang="nl-NL" sz="18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NULL,</a:t>
              </a:r>
              <a:endParaRPr lang="nl-NL" sz="1800" dirty="0">
                <a:latin typeface="Consolas" panose="020B0609020204030204" pitchFamily="49" charset="0"/>
              </a:endParaRPr>
            </a:p>
            <a:p>
              <a:pPr marL="0" indent="0">
                <a:buNone/>
              </a:pPr>
              <a:r>
                <a:rPr lang="nl-NL" sz="18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    </a:t>
              </a:r>
              <a:r>
                <a:rPr lang="nl-NL" sz="1800" dirty="0">
                  <a:latin typeface="Consolas" panose="020B0609020204030204" pitchFamily="49" charset="0"/>
                </a:rPr>
                <a:t>geboortedatum </a:t>
              </a:r>
              <a:r>
                <a:rPr lang="nl-NL" sz="1800" dirty="0">
                  <a:solidFill>
                    <a:srgbClr val="0000FF"/>
                  </a:solidFill>
                  <a:highlight>
                    <a:srgbClr val="FFFF00"/>
                  </a:highlight>
                  <a:latin typeface="Consolas" panose="020B0609020204030204" pitchFamily="49" charset="0"/>
                </a:rPr>
                <a:t>date</a:t>
              </a:r>
              <a:r>
                <a:rPr lang="nl-NL" sz="1800" dirty="0">
                  <a:latin typeface="Consolas" panose="020B0609020204030204" pitchFamily="49" charset="0"/>
                </a:rPr>
                <a:t> </a:t>
              </a:r>
              <a:r>
                <a:rPr lang="en-NL" sz="1800" dirty="0">
                  <a:latin typeface="Consolas" panose="020B0609020204030204" pitchFamily="49" charset="0"/>
                </a:rPr>
                <a:t>        </a:t>
              </a:r>
              <a:r>
                <a:rPr lang="nl-NL" sz="18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NOT</a:t>
              </a:r>
              <a:r>
                <a:rPr lang="nl-NL" sz="1800" dirty="0">
                  <a:latin typeface="Consolas" panose="020B0609020204030204" pitchFamily="49" charset="0"/>
                </a:rPr>
                <a:t> </a:t>
              </a:r>
              <a:r>
                <a:rPr lang="nl-NL" sz="18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NULL,</a:t>
              </a:r>
              <a:endParaRPr lang="nl-NL" sz="1800" dirty="0">
                <a:latin typeface="Consolas" panose="020B0609020204030204" pitchFamily="49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nl-NL" sz="18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    </a:t>
              </a:r>
              <a:r>
                <a:rPr lang="nl-NL" sz="1800" dirty="0" err="1">
                  <a:latin typeface="Consolas" panose="020B0609020204030204" pitchFamily="49" charset="0"/>
                </a:rPr>
                <a:t>landID</a:t>
              </a:r>
              <a:r>
                <a:rPr lang="nl-NL" sz="1800" dirty="0">
                  <a:latin typeface="Consolas" panose="020B0609020204030204" pitchFamily="49" charset="0"/>
                </a:rPr>
                <a:t> </a:t>
              </a:r>
              <a:r>
                <a:rPr lang="en-NL" sz="1800" dirty="0">
                  <a:latin typeface="Consolas" panose="020B0609020204030204" pitchFamily="49" charset="0"/>
                </a:rPr>
                <a:t>       </a:t>
              </a:r>
              <a:r>
                <a:rPr lang="nl-NL" sz="1800" dirty="0" err="1">
                  <a:solidFill>
                    <a:srgbClr val="0000FF"/>
                  </a:solidFill>
                  <a:highlight>
                    <a:srgbClr val="FFFF00"/>
                  </a:highlight>
                  <a:latin typeface="Consolas" panose="020B0609020204030204" pitchFamily="49" charset="0"/>
                </a:rPr>
                <a:t>smallint</a:t>
              </a:r>
              <a:endParaRPr lang="nl-NL" sz="1800" dirty="0">
                <a:highlight>
                  <a:srgbClr val="FFFF00"/>
                </a:highlight>
                <a:latin typeface="Consolas" panose="020B0609020204030204" pitchFamily="49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nl-NL" sz="18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);</a:t>
              </a:r>
              <a:endParaRPr lang="nl-NL" sz="1800" dirty="0">
                <a:latin typeface="Consolas" panose="020B0609020204030204" pitchFamily="49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1600" dirty="0"/>
            </a:p>
          </p:txBody>
        </p:sp>
        <p:sp>
          <p:nvSpPr>
            <p:cNvPr id="12" name="Title 4">
              <a:extLst>
                <a:ext uri="{FF2B5EF4-FFF2-40B4-BE49-F238E27FC236}">
                  <a16:creationId xmlns:a16="http://schemas.microsoft.com/office/drawing/2014/main" id="{5A8225B7-4B8B-4C25-BFBE-3A46FA1AF8FF}"/>
                </a:ext>
              </a:extLst>
            </p:cNvPr>
            <p:cNvSpPr txBox="1">
              <a:spLocks/>
            </p:cNvSpPr>
            <p:nvPr/>
          </p:nvSpPr>
          <p:spPr>
            <a:xfrm>
              <a:off x="5866692" y="1619670"/>
              <a:ext cx="3801780" cy="396330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105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NL" sz="2400" b="1" dirty="0"/>
                <a:t>1</a:t>
              </a:r>
              <a:r>
                <a:rPr lang="nl-NL" sz="2400" b="1" dirty="0"/>
                <a:t>. Tabel kolom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85F4840-1F9E-DA10-A00A-CD6809FED5B3}"/>
              </a:ext>
            </a:extLst>
          </p:cNvPr>
          <p:cNvGrpSpPr/>
          <p:nvPr/>
        </p:nvGrpSpPr>
        <p:grpSpPr>
          <a:xfrm>
            <a:off x="792522" y="4451520"/>
            <a:ext cx="4082742" cy="2076498"/>
            <a:chOff x="792522" y="4451520"/>
            <a:chExt cx="4082742" cy="2076498"/>
          </a:xfrm>
        </p:grpSpPr>
        <p:sp>
          <p:nvSpPr>
            <p:cNvPr id="14" name="Tijdelijke aanduiding voor inhoud 2">
              <a:extLst>
                <a:ext uri="{FF2B5EF4-FFF2-40B4-BE49-F238E27FC236}">
                  <a16:creationId xmlns:a16="http://schemas.microsoft.com/office/drawing/2014/main" id="{355D49A3-B88E-4AC4-9BCE-6F0B4897F4FE}"/>
                </a:ext>
              </a:extLst>
            </p:cNvPr>
            <p:cNvSpPr txBox="1">
              <a:spLocks/>
            </p:cNvSpPr>
            <p:nvPr/>
          </p:nvSpPr>
          <p:spPr>
            <a:xfrm>
              <a:off x="792522" y="4870709"/>
              <a:ext cx="4082742" cy="165730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72000" tIns="72000" rIns="72000" bIns="72000" rtlCol="0">
              <a:normAutofit lnSpcReduction="10000"/>
            </a:bodyPr>
            <a:lstStyle>
              <a:lvl1pPr marL="252000" indent="-252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ClrTx/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4000" indent="-252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ClrTx/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56000" indent="-25200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ClrTx/>
                <a:buFont typeface="Arial" panose="020B0604020202020204" pitchFamily="34" charset="0"/>
                <a:buChar char="›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ClrTx/>
                <a:buSzPct val="25000"/>
                <a:buFont typeface="Arial" panose="020B0604030504040204" pitchFamily="34" charset="0"/>
                <a:buChar char="'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120000"/>
                </a:lnSpc>
                <a:spcBef>
                  <a:spcPts val="0"/>
                </a:spcBef>
                <a:buClr>
                  <a:schemeClr val="tx1"/>
                </a:buClr>
                <a:buSzPct val="25000"/>
                <a:buFont typeface="Arial" panose="020B0604030504040204" pitchFamily="34" charset="0"/>
                <a:buChar char="'"/>
                <a:defRPr sz="24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nl-NL" sz="18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DECLARE</a:t>
              </a:r>
              <a:r>
                <a:rPr lang="nl-NL" sz="1800" dirty="0">
                  <a:latin typeface="Consolas" panose="020B0609020204030204" pitchFamily="49" charset="0"/>
                </a:rPr>
                <a:t> @</a:t>
              </a:r>
              <a:r>
                <a:rPr lang="nl-NL" sz="1800" dirty="0" err="1">
                  <a:latin typeface="Consolas" panose="020B0609020204030204" pitchFamily="49" charset="0"/>
                </a:rPr>
                <a:t>id</a:t>
              </a:r>
              <a:r>
                <a:rPr lang="nl-NL" sz="1800" dirty="0">
                  <a:latin typeface="Consolas" panose="020B0609020204030204" pitchFamily="49" charset="0"/>
                </a:rPr>
                <a:t> </a:t>
              </a:r>
              <a:r>
                <a:rPr lang="nl-NL" sz="18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AS</a:t>
              </a:r>
              <a:r>
                <a:rPr lang="nl-NL" sz="1800" dirty="0">
                  <a:latin typeface="Consolas" panose="020B0609020204030204" pitchFamily="49" charset="0"/>
                </a:rPr>
                <a:t> </a:t>
              </a:r>
              <a:r>
                <a:rPr lang="nl-NL" sz="1800" dirty="0">
                  <a:solidFill>
                    <a:srgbClr val="0000FF"/>
                  </a:solidFill>
                  <a:highlight>
                    <a:srgbClr val="FFFF00"/>
                  </a:highlight>
                  <a:latin typeface="Consolas" panose="020B0609020204030204" pitchFamily="49" charset="0"/>
                </a:rPr>
                <a:t>int</a:t>
              </a:r>
              <a:r>
                <a:rPr lang="nl-NL" sz="1800" dirty="0">
                  <a:latin typeface="Consolas" panose="020B0609020204030204" pitchFamily="49" charset="0"/>
                </a:rPr>
                <a:t> </a:t>
              </a:r>
              <a:r>
                <a:rPr lang="nl-NL" sz="18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=</a:t>
              </a:r>
              <a:r>
                <a:rPr lang="nl-NL" sz="1800" dirty="0">
                  <a:latin typeface="Consolas" panose="020B0609020204030204" pitchFamily="49" charset="0"/>
                </a:rPr>
                <a:t> 12</a:t>
              </a:r>
              <a:r>
                <a:rPr lang="nl-NL" sz="18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;</a:t>
              </a:r>
              <a:endParaRPr lang="nl-NL" sz="1800" dirty="0">
                <a:latin typeface="Consolas" panose="020B0609020204030204" pitchFamily="49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nl-NL" sz="1800" dirty="0">
                <a:latin typeface="Consolas" panose="020B0609020204030204" pitchFamily="49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nl-NL" sz="18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SELECT</a:t>
              </a:r>
              <a:r>
                <a:rPr lang="nl-NL" sz="1800" dirty="0">
                  <a:latin typeface="Consolas" panose="020B0609020204030204" pitchFamily="49" charset="0"/>
                </a:rPr>
                <a:t> </a:t>
              </a:r>
              <a:r>
                <a:rPr lang="nl-NL" sz="18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*</a:t>
              </a:r>
              <a:endParaRPr lang="nl-NL" sz="1800" dirty="0">
                <a:latin typeface="Consolas" panose="020B0609020204030204" pitchFamily="49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nl-NL" sz="18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FROM</a:t>
              </a:r>
              <a:r>
                <a:rPr lang="nl-NL" sz="1800" dirty="0">
                  <a:latin typeface="Consolas" panose="020B0609020204030204" pitchFamily="49" charset="0"/>
                </a:rPr>
                <a:t> </a:t>
              </a:r>
              <a:r>
                <a:rPr lang="nl-NL" sz="1800" dirty="0" err="1">
                  <a:latin typeface="Consolas" panose="020B0609020204030204" pitchFamily="49" charset="0"/>
                </a:rPr>
                <a:t>Personen</a:t>
              </a:r>
              <a:r>
                <a:rPr lang="nl-NL" sz="1800" dirty="0" err="1">
                  <a:solidFill>
                    <a:srgbClr val="808080"/>
                  </a:solidFill>
                  <a:latin typeface="Consolas" panose="020B0609020204030204" pitchFamily="49" charset="0"/>
                </a:rPr>
                <a:t>.</a:t>
              </a:r>
              <a:r>
                <a:rPr lang="nl-NL" sz="1800" dirty="0" err="1">
                  <a:latin typeface="Consolas" panose="020B0609020204030204" pitchFamily="49" charset="0"/>
                </a:rPr>
                <a:t>Spelers</a:t>
              </a:r>
              <a:endParaRPr lang="nl-NL" sz="1800" dirty="0">
                <a:latin typeface="Consolas" panose="020B0609020204030204" pitchFamily="49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nl-NL" sz="18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WHERE</a:t>
              </a:r>
              <a:r>
                <a:rPr lang="nl-NL" sz="1800" dirty="0">
                  <a:latin typeface="Consolas" panose="020B0609020204030204" pitchFamily="49" charset="0"/>
                </a:rPr>
                <a:t> </a:t>
              </a:r>
              <a:r>
                <a:rPr lang="nl-NL" sz="1800" dirty="0" err="1">
                  <a:latin typeface="Consolas" panose="020B0609020204030204" pitchFamily="49" charset="0"/>
                </a:rPr>
                <a:t>spelerid</a:t>
              </a:r>
              <a:r>
                <a:rPr lang="nl-NL" sz="1800" dirty="0">
                  <a:latin typeface="Consolas" panose="020B0609020204030204" pitchFamily="49" charset="0"/>
                </a:rPr>
                <a:t> </a:t>
              </a:r>
              <a:r>
                <a:rPr lang="nl-NL" sz="18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=</a:t>
              </a:r>
              <a:r>
                <a:rPr lang="nl-NL" sz="1800" dirty="0">
                  <a:latin typeface="Consolas" panose="020B0609020204030204" pitchFamily="49" charset="0"/>
                </a:rPr>
                <a:t> @</a:t>
              </a:r>
              <a:r>
                <a:rPr lang="nl-NL" sz="1800" dirty="0" err="1">
                  <a:latin typeface="Consolas" panose="020B0609020204030204" pitchFamily="49" charset="0"/>
                </a:rPr>
                <a:t>id</a:t>
              </a:r>
              <a:r>
                <a:rPr lang="nl-NL" sz="18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;</a:t>
              </a:r>
              <a:endParaRPr lang="en-US" sz="1800" dirty="0"/>
            </a:p>
          </p:txBody>
        </p:sp>
        <p:sp>
          <p:nvSpPr>
            <p:cNvPr id="15" name="Title 4">
              <a:extLst>
                <a:ext uri="{FF2B5EF4-FFF2-40B4-BE49-F238E27FC236}">
                  <a16:creationId xmlns:a16="http://schemas.microsoft.com/office/drawing/2014/main" id="{4E52358B-8CFD-4391-8F03-AA764CC9B0B4}"/>
                </a:ext>
              </a:extLst>
            </p:cNvPr>
            <p:cNvSpPr txBox="1">
              <a:spLocks/>
            </p:cNvSpPr>
            <p:nvPr/>
          </p:nvSpPr>
          <p:spPr>
            <a:xfrm>
              <a:off x="792522" y="4451520"/>
              <a:ext cx="3801780" cy="396330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105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nl-NL" sz="2400" b="1" dirty="0"/>
                <a:t>3. Variabele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7D1FBE5-8799-10E9-F633-66474C52211E}"/>
              </a:ext>
            </a:extLst>
          </p:cNvPr>
          <p:cNvGrpSpPr/>
          <p:nvPr/>
        </p:nvGrpSpPr>
        <p:grpSpPr>
          <a:xfrm>
            <a:off x="5866692" y="4451520"/>
            <a:ext cx="5448202" cy="2118124"/>
            <a:chOff x="5866692" y="4451520"/>
            <a:chExt cx="5448202" cy="2118124"/>
          </a:xfrm>
        </p:grpSpPr>
        <p:sp>
          <p:nvSpPr>
            <p:cNvPr id="16" name="Tijdelijke aanduiding voor inhoud 2">
              <a:extLst>
                <a:ext uri="{FF2B5EF4-FFF2-40B4-BE49-F238E27FC236}">
                  <a16:creationId xmlns:a16="http://schemas.microsoft.com/office/drawing/2014/main" id="{2A025182-10C0-4FA4-B4AC-16B3005C9518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5866692" y="4883627"/>
              <a:ext cx="5293308" cy="168601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72000" tIns="72000" rIns="72000" bIns="7200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fontAlgn="base">
                <a:spcBef>
                  <a:spcPct val="20000"/>
                </a:spcBef>
                <a:spcAft>
                  <a:spcPct val="0"/>
                </a:spcAft>
                <a:buSzPct val="70000"/>
                <a:buFontTx/>
                <a:buBlip>
                  <a:blip r:embed="rId3"/>
                </a:buBlip>
                <a:defRPr sz="32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fontAlgn="base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–"/>
                <a:defRPr sz="2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•"/>
                <a:defRPr sz="24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–"/>
                <a:defRPr sz="20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Tx/>
                <a:buNone/>
              </a:pPr>
              <a:r>
                <a:rPr lang="nl-NL" sz="18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CREATE</a:t>
              </a:r>
              <a:r>
                <a:rPr lang="nl-NL" sz="1800" dirty="0">
                  <a:latin typeface="Consolas" panose="020B0609020204030204" pitchFamily="49" charset="0"/>
                </a:rPr>
                <a:t> </a:t>
              </a:r>
              <a:r>
                <a:rPr lang="nl-NL" sz="18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PROCEDURE</a:t>
              </a:r>
              <a:r>
                <a:rPr lang="nl-NL" sz="1800" dirty="0">
                  <a:latin typeface="Consolas" panose="020B0609020204030204" pitchFamily="49" charset="0"/>
                </a:rPr>
                <a:t> </a:t>
              </a:r>
              <a:r>
                <a:rPr lang="nl-NL" sz="1800" dirty="0" err="1">
                  <a:latin typeface="Consolas" panose="020B0609020204030204" pitchFamily="49" charset="0"/>
                </a:rPr>
                <a:t>HR</a:t>
              </a:r>
              <a:r>
                <a:rPr lang="nl-NL" sz="1800" dirty="0" err="1">
                  <a:solidFill>
                    <a:srgbClr val="808080"/>
                  </a:solidFill>
                  <a:latin typeface="Consolas" panose="020B0609020204030204" pitchFamily="49" charset="0"/>
                </a:rPr>
                <a:t>.</a:t>
              </a:r>
              <a:r>
                <a:rPr lang="nl-NL" sz="1800" dirty="0" err="1">
                  <a:latin typeface="Consolas" panose="020B0609020204030204" pitchFamily="49" charset="0"/>
                </a:rPr>
                <a:t>PersonenInPlaats</a:t>
              </a:r>
              <a:r>
                <a:rPr lang="nl-NL" sz="1800" dirty="0">
                  <a:latin typeface="Consolas" panose="020B0609020204030204" pitchFamily="49" charset="0"/>
                </a:rPr>
                <a:t> </a:t>
              </a:r>
            </a:p>
            <a:p>
              <a:pPr marL="0" indent="0">
                <a:buFontTx/>
                <a:buNone/>
              </a:pPr>
              <a:r>
                <a:rPr lang="nl-NL" sz="1800" dirty="0">
                  <a:latin typeface="Consolas" panose="020B0609020204030204" pitchFamily="49" charset="0"/>
                </a:rPr>
                <a:t>    @plaats </a:t>
              </a:r>
              <a:r>
                <a:rPr lang="nl-NL" sz="18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AS</a:t>
              </a:r>
              <a:r>
                <a:rPr lang="nl-NL" sz="1800" dirty="0">
                  <a:latin typeface="Consolas" panose="020B0609020204030204" pitchFamily="49" charset="0"/>
                </a:rPr>
                <a:t> </a:t>
              </a:r>
              <a:r>
                <a:rPr lang="nl-NL" sz="1800" dirty="0" err="1">
                  <a:solidFill>
                    <a:srgbClr val="0000FF"/>
                  </a:solidFill>
                  <a:highlight>
                    <a:srgbClr val="FFFF00"/>
                  </a:highlight>
                  <a:latin typeface="Consolas" panose="020B0609020204030204" pitchFamily="49" charset="0"/>
                </a:rPr>
                <a:t>nvarchar</a:t>
              </a:r>
              <a:r>
                <a:rPr lang="nl-NL" sz="1800" dirty="0">
                  <a:solidFill>
                    <a:srgbClr val="808080"/>
                  </a:solidFill>
                  <a:highlight>
                    <a:srgbClr val="FFFF00"/>
                  </a:highlight>
                  <a:latin typeface="Consolas" panose="020B0609020204030204" pitchFamily="49" charset="0"/>
                </a:rPr>
                <a:t>(</a:t>
              </a:r>
              <a:r>
                <a:rPr lang="nl-NL" sz="1800" dirty="0">
                  <a:highlight>
                    <a:srgbClr val="FFFF00"/>
                  </a:highlight>
                  <a:latin typeface="Consolas" panose="020B0609020204030204" pitchFamily="49" charset="0"/>
                </a:rPr>
                <a:t>30</a:t>
              </a:r>
              <a:r>
                <a:rPr lang="nl-NL" sz="1800" dirty="0">
                  <a:solidFill>
                    <a:srgbClr val="808080"/>
                  </a:solidFill>
                  <a:highlight>
                    <a:srgbClr val="FFFF00"/>
                  </a:highlight>
                  <a:latin typeface="Consolas" panose="020B0609020204030204" pitchFamily="49" charset="0"/>
                </a:rPr>
                <a:t>)</a:t>
              </a:r>
              <a:endParaRPr lang="nl-NL" sz="1800" dirty="0">
                <a:highlight>
                  <a:srgbClr val="FFFF00"/>
                </a:highlight>
                <a:latin typeface="Consolas" panose="020B0609020204030204" pitchFamily="49" charset="0"/>
              </a:endParaRPr>
            </a:p>
            <a:p>
              <a:pPr marL="0" indent="0">
                <a:buFontTx/>
                <a:buNone/>
              </a:pPr>
              <a:r>
                <a:rPr lang="nl-NL" sz="18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AS</a:t>
              </a:r>
              <a:endParaRPr lang="nl-NL" sz="1800" dirty="0">
                <a:latin typeface="Consolas" panose="020B0609020204030204" pitchFamily="49" charset="0"/>
              </a:endParaRPr>
            </a:p>
            <a:p>
              <a:pPr marL="0" indent="0">
                <a:buFontTx/>
                <a:buNone/>
              </a:pPr>
              <a:r>
                <a:rPr lang="nl-NL" sz="18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SELECT</a:t>
              </a:r>
              <a:r>
                <a:rPr lang="nl-NL" sz="1800" dirty="0">
                  <a:latin typeface="Consolas" panose="020B0609020204030204" pitchFamily="49" charset="0"/>
                </a:rPr>
                <a:t> </a:t>
              </a:r>
              <a:r>
                <a:rPr lang="nl-NL" sz="18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*</a:t>
              </a:r>
              <a:r>
                <a:rPr lang="nl-NL" sz="1800" dirty="0">
                  <a:latin typeface="Consolas" panose="020B0609020204030204" pitchFamily="49" charset="0"/>
                </a:rPr>
                <a:t> </a:t>
              </a:r>
              <a:r>
                <a:rPr lang="nl-NL" sz="18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FROM</a:t>
              </a:r>
              <a:r>
                <a:rPr lang="nl-NL" sz="1800" dirty="0">
                  <a:latin typeface="Consolas" panose="020B0609020204030204" pitchFamily="49" charset="0"/>
                </a:rPr>
                <a:t> </a:t>
              </a:r>
              <a:r>
                <a:rPr lang="nl-NL" sz="1800" dirty="0" err="1">
                  <a:latin typeface="Consolas" panose="020B0609020204030204" pitchFamily="49" charset="0"/>
                </a:rPr>
                <a:t>HR</a:t>
              </a:r>
              <a:r>
                <a:rPr lang="nl-NL" sz="1800" dirty="0" err="1">
                  <a:solidFill>
                    <a:srgbClr val="808080"/>
                  </a:solidFill>
                  <a:latin typeface="Consolas" panose="020B0609020204030204" pitchFamily="49" charset="0"/>
                </a:rPr>
                <a:t>.</a:t>
              </a:r>
              <a:r>
                <a:rPr lang="nl-NL" sz="1800" dirty="0" err="1">
                  <a:latin typeface="Consolas" panose="020B0609020204030204" pitchFamily="49" charset="0"/>
                </a:rPr>
                <a:t>Medewerkers</a:t>
              </a:r>
              <a:endParaRPr lang="nl-NL" sz="1800" dirty="0">
                <a:latin typeface="Consolas" panose="020B0609020204030204" pitchFamily="49" charset="0"/>
              </a:endParaRPr>
            </a:p>
            <a:p>
              <a:pPr marL="0" indent="0">
                <a:buFontTx/>
                <a:buNone/>
              </a:pPr>
              <a:r>
                <a:rPr lang="nl-NL" sz="18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WHERE</a:t>
              </a:r>
              <a:r>
                <a:rPr lang="nl-NL" sz="1800" dirty="0">
                  <a:latin typeface="Consolas" panose="020B0609020204030204" pitchFamily="49" charset="0"/>
                </a:rPr>
                <a:t> plaats </a:t>
              </a:r>
              <a:r>
                <a:rPr lang="nl-NL" sz="18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=</a:t>
              </a:r>
              <a:r>
                <a:rPr lang="nl-NL" sz="1800" dirty="0">
                  <a:latin typeface="Consolas" panose="020B0609020204030204" pitchFamily="49" charset="0"/>
                </a:rPr>
                <a:t> @plaats</a:t>
              </a:r>
              <a:r>
                <a:rPr lang="nl-NL" sz="18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;</a:t>
              </a:r>
              <a:endParaRPr lang="en-US" sz="1800" dirty="0"/>
            </a:p>
          </p:txBody>
        </p:sp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FFA11DA0-7174-4BBB-BDC3-4C8FBAF3D8B1}"/>
                </a:ext>
              </a:extLst>
            </p:cNvPr>
            <p:cNvSpPr txBox="1">
              <a:spLocks/>
            </p:cNvSpPr>
            <p:nvPr/>
          </p:nvSpPr>
          <p:spPr>
            <a:xfrm>
              <a:off x="5866692" y="4451520"/>
              <a:ext cx="5448202" cy="396330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105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nl-NL" sz="2400" b="1" dirty="0"/>
                <a:t>4. </a:t>
              </a:r>
              <a:r>
                <a:rPr lang="nl-NL" sz="2400" b="1" dirty="0" err="1"/>
                <a:t>Stored</a:t>
              </a:r>
              <a:r>
                <a:rPr lang="nl-NL" sz="2400" b="1" dirty="0"/>
                <a:t> Procedure, </a:t>
              </a:r>
              <a:r>
                <a:rPr lang="nl-NL" sz="2400" b="1" dirty="0" err="1"/>
                <a:t>Function</a:t>
              </a:r>
              <a:r>
                <a:rPr lang="nl-NL" sz="2400" b="1" dirty="0"/>
                <a:t> etc.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33E6DB1-3DA8-5B92-2133-A47793BEAD0A}"/>
              </a:ext>
            </a:extLst>
          </p:cNvPr>
          <p:cNvGrpSpPr/>
          <p:nvPr/>
        </p:nvGrpSpPr>
        <p:grpSpPr>
          <a:xfrm>
            <a:off x="7077537" y="1590527"/>
            <a:ext cx="4082463" cy="2152397"/>
            <a:chOff x="7077537" y="1590527"/>
            <a:chExt cx="4082463" cy="2152397"/>
          </a:xfrm>
        </p:grpSpPr>
        <p:sp>
          <p:nvSpPr>
            <p:cNvPr id="10" name="Title 4">
              <a:extLst>
                <a:ext uri="{FF2B5EF4-FFF2-40B4-BE49-F238E27FC236}">
                  <a16:creationId xmlns:a16="http://schemas.microsoft.com/office/drawing/2014/main" id="{7F9E6231-8434-4E1E-88BE-0A4EB1C5F1D9}"/>
                </a:ext>
              </a:extLst>
            </p:cNvPr>
            <p:cNvSpPr txBox="1">
              <a:spLocks/>
            </p:cNvSpPr>
            <p:nvPr/>
          </p:nvSpPr>
          <p:spPr>
            <a:xfrm>
              <a:off x="7077537" y="1590527"/>
              <a:ext cx="3801780" cy="396330"/>
            </a:xfrm>
            <a:prstGeom prst="rect">
              <a:avLst/>
            </a:prstGeom>
          </p:spPr>
          <p:txBody>
            <a:bodyPr vert="horz" lIns="0" tIns="0" rIns="0" bIns="0" rtlCol="0" anchor="t" anchorCtr="0">
              <a:noAutofit/>
            </a:bodyPr>
            <a:lstStyle>
              <a:lvl1pPr algn="l" defTabSz="914400" rtl="0" eaLnBrk="1" latinLnBrk="0" hangingPunct="1">
                <a:lnSpc>
                  <a:spcPct val="105000"/>
                </a:lnSpc>
                <a:spcBef>
                  <a:spcPct val="0"/>
                </a:spcBef>
                <a:buNone/>
                <a:defRPr sz="4000" b="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NL" sz="2400" b="1" dirty="0"/>
                <a:t>2</a:t>
              </a:r>
              <a:r>
                <a:rPr lang="nl-NL" sz="2400" b="1" dirty="0"/>
                <a:t>. Query</a:t>
              </a:r>
            </a:p>
          </p:txBody>
        </p:sp>
        <p:sp>
          <p:nvSpPr>
            <p:cNvPr id="6" name="Tijdelijke aanduiding voor inhoud 2">
              <a:extLst>
                <a:ext uri="{FF2B5EF4-FFF2-40B4-BE49-F238E27FC236}">
                  <a16:creationId xmlns:a16="http://schemas.microsoft.com/office/drawing/2014/main" id="{94983B11-134D-CB7D-7558-6F99BBFEBAD3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077537" y="2056907"/>
              <a:ext cx="4082463" cy="168601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72000" tIns="72000" rIns="72000" bIns="7200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fontAlgn="base">
                <a:spcBef>
                  <a:spcPct val="20000"/>
                </a:spcBef>
                <a:spcAft>
                  <a:spcPct val="0"/>
                </a:spcAft>
                <a:buSzPct val="70000"/>
                <a:buFontTx/>
                <a:buBlip>
                  <a:blip r:embed="rId3"/>
                </a:buBlip>
                <a:defRPr sz="32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fontAlgn="base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–"/>
                <a:defRPr sz="28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•"/>
                <a:defRPr sz="24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–"/>
                <a:defRPr sz="20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fontAlgn="base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000" kern="1200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nl-NL" sz="18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SELECT</a:t>
              </a:r>
              <a:r>
                <a:rPr lang="nl-NL" sz="1800" dirty="0">
                  <a:latin typeface="Consolas" panose="020B0609020204030204" pitchFamily="49" charset="0"/>
                </a:rPr>
                <a:t> </a:t>
              </a:r>
            </a:p>
            <a:p>
              <a:pPr marL="0" indent="0">
                <a:buNone/>
              </a:pPr>
              <a:r>
                <a:rPr lang="nl-NL" sz="1800" dirty="0">
                  <a:latin typeface="Consolas" panose="020B0609020204030204" pitchFamily="49" charset="0"/>
                </a:rPr>
                <a:t>    </a:t>
              </a:r>
              <a:r>
                <a:rPr lang="nl-NL" sz="1800" dirty="0" err="1">
                  <a:latin typeface="Consolas" panose="020B0609020204030204" pitchFamily="49" charset="0"/>
                </a:rPr>
                <a:t>productid</a:t>
              </a:r>
              <a:endParaRPr lang="nl-NL" sz="1800" dirty="0">
                <a:latin typeface="Consolas" panose="020B0609020204030204" pitchFamily="49" charset="0"/>
              </a:endParaRPr>
            </a:p>
            <a:p>
              <a:pPr marL="0" indent="0">
                <a:buNone/>
              </a:pPr>
              <a:r>
                <a:rPr lang="de-DE" sz="18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    ,</a:t>
              </a:r>
              <a:r>
                <a:rPr lang="de-DE" sz="1800" dirty="0">
                  <a:latin typeface="Consolas" panose="020B0609020204030204" pitchFamily="49" charset="0"/>
                </a:rPr>
                <a:t> </a:t>
              </a:r>
              <a:r>
                <a:rPr lang="de-DE" sz="1800" dirty="0">
                  <a:solidFill>
                    <a:srgbClr val="FF00FF"/>
                  </a:solidFill>
                  <a:latin typeface="Consolas" panose="020B0609020204030204" pitchFamily="49" charset="0"/>
                </a:rPr>
                <a:t>CAST</a:t>
              </a:r>
              <a:r>
                <a:rPr lang="de-DE" sz="18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(</a:t>
              </a:r>
              <a:r>
                <a:rPr lang="de-DE" sz="1800" dirty="0" err="1">
                  <a:latin typeface="Consolas" panose="020B0609020204030204" pitchFamily="49" charset="0"/>
                </a:rPr>
                <a:t>gewicht</a:t>
              </a:r>
              <a:r>
                <a:rPr lang="de-DE" sz="1800" dirty="0">
                  <a:latin typeface="Consolas" panose="020B0609020204030204" pitchFamily="49" charset="0"/>
                </a:rPr>
                <a:t> </a:t>
              </a:r>
              <a:r>
                <a:rPr lang="de-DE" sz="18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AS</a:t>
              </a:r>
              <a:r>
                <a:rPr lang="de-DE" sz="1800" dirty="0">
                  <a:latin typeface="Consolas" panose="020B0609020204030204" pitchFamily="49" charset="0"/>
                </a:rPr>
                <a:t> </a:t>
              </a:r>
              <a:r>
                <a:rPr lang="de-DE" sz="1800" dirty="0" err="1">
                  <a:solidFill>
                    <a:srgbClr val="0000FF"/>
                  </a:solidFill>
                  <a:highlight>
                    <a:srgbClr val="FFFF00"/>
                  </a:highlight>
                  <a:latin typeface="Consolas" panose="020B0609020204030204" pitchFamily="49" charset="0"/>
                </a:rPr>
                <a:t>int</a:t>
              </a:r>
              <a:r>
                <a:rPr lang="de-DE" sz="1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 </a:t>
              </a:r>
              <a:r>
                <a:rPr lang="de-DE" sz="18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)</a:t>
              </a:r>
              <a:r>
                <a:rPr lang="de-DE" sz="1800" dirty="0">
                  <a:latin typeface="Consolas" panose="020B0609020204030204" pitchFamily="49" charset="0"/>
                </a:rPr>
                <a:t> </a:t>
              </a:r>
            </a:p>
            <a:p>
              <a:pPr marL="0" indent="0">
                <a:buNone/>
              </a:pPr>
              <a:r>
                <a:rPr lang="nl-NL" sz="1800" dirty="0" err="1">
                  <a:solidFill>
                    <a:srgbClr val="0000FF"/>
                  </a:solidFill>
                  <a:latin typeface="Consolas" panose="020B0609020204030204" pitchFamily="49" charset="0"/>
                </a:rPr>
                <a:t>FROM</a:t>
              </a:r>
              <a:r>
                <a:rPr lang="nl-NL" sz="1800" dirty="0">
                  <a:latin typeface="Consolas" panose="020B0609020204030204" pitchFamily="49" charset="0"/>
                </a:rPr>
                <a:t> </a:t>
              </a:r>
              <a:r>
                <a:rPr lang="nl-NL" sz="1800" dirty="0" err="1">
                  <a:latin typeface="Consolas" panose="020B0609020204030204" pitchFamily="49" charset="0"/>
                </a:rPr>
                <a:t>Productie</a:t>
              </a:r>
              <a:r>
                <a:rPr lang="nl-NL" sz="1800" dirty="0" err="1">
                  <a:solidFill>
                    <a:srgbClr val="808080"/>
                  </a:solidFill>
                  <a:latin typeface="Consolas" panose="020B0609020204030204" pitchFamily="49" charset="0"/>
                </a:rPr>
                <a:t>.</a:t>
              </a:r>
              <a:r>
                <a:rPr lang="nl-NL" sz="1800" dirty="0" err="1">
                  <a:latin typeface="Consolas" panose="020B0609020204030204" pitchFamily="49" charset="0"/>
                </a:rPr>
                <a:t>Producten</a:t>
              </a:r>
              <a:endParaRPr lang="nl-NL" sz="1800" dirty="0">
                <a:latin typeface="Consolas" panose="020B0609020204030204" pitchFamily="49" charset="0"/>
              </a:endParaRPr>
            </a:p>
            <a:p>
              <a:pPr marL="0" indent="0">
                <a:buNone/>
              </a:pPr>
              <a:r>
                <a:rPr lang="en-US" sz="18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WHERE</a:t>
              </a:r>
              <a:r>
                <a:rPr lang="en-US" sz="1800" dirty="0">
                  <a:latin typeface="Consolas" panose="020B0609020204030204" pitchFamily="49" charset="0"/>
                </a:rPr>
                <a:t> </a:t>
              </a:r>
              <a:r>
                <a:rPr lang="en-US" sz="1800" dirty="0" err="1">
                  <a:latin typeface="Consolas" panose="020B0609020204030204" pitchFamily="49" charset="0"/>
                </a:rPr>
                <a:t>gewicht</a:t>
              </a:r>
              <a:r>
                <a:rPr lang="en-US" sz="1800" dirty="0">
                  <a:latin typeface="Consolas" panose="020B0609020204030204" pitchFamily="49" charset="0"/>
                </a:rPr>
                <a:t> </a:t>
              </a:r>
              <a:r>
                <a:rPr lang="en-US" sz="18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IS</a:t>
              </a:r>
              <a:r>
                <a:rPr lang="en-US" sz="1800" dirty="0">
                  <a:latin typeface="Consolas" panose="020B0609020204030204" pitchFamily="49" charset="0"/>
                </a:rPr>
                <a:t> </a:t>
              </a:r>
              <a:r>
                <a:rPr lang="en-US" sz="18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NOT</a:t>
              </a:r>
              <a:r>
                <a:rPr lang="en-US" sz="1800" dirty="0">
                  <a:latin typeface="Consolas" panose="020B0609020204030204" pitchFamily="49" charset="0"/>
                </a:rPr>
                <a:t> </a:t>
              </a:r>
              <a:r>
                <a:rPr lang="en-US" sz="1800" dirty="0">
                  <a:solidFill>
                    <a:srgbClr val="808080"/>
                  </a:solidFill>
                  <a:latin typeface="Consolas" panose="020B0609020204030204" pitchFamily="49" charset="0"/>
                </a:rPr>
                <a:t>NULL;</a:t>
              </a:r>
              <a:endParaRPr 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07944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nl-NL" dirty="0"/>
              <a:t>Exact Numeriek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nl-NL" dirty="0"/>
              <a:t>Benaderd Numeriek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r>
              <a:rPr lang="nl-NL" dirty="0" err="1"/>
              <a:t>Binary</a:t>
            </a:r>
            <a:r>
              <a:rPr lang="nl-NL" dirty="0"/>
              <a:t> String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Data types 1/3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614747"/>
              </p:ext>
            </p:extLst>
          </p:nvPr>
        </p:nvGraphicFramePr>
        <p:xfrm>
          <a:off x="1565846" y="2507570"/>
          <a:ext cx="4245293" cy="3950052"/>
        </p:xfrm>
        <a:graphic>
          <a:graphicData uri="http://schemas.openxmlformats.org/drawingml/2006/table">
            <a:tbl>
              <a:tblPr/>
              <a:tblGrid>
                <a:gridCol w="1303084">
                  <a:extLst>
                    <a:ext uri="{9D8B030D-6E8A-4147-A177-3AD203B41FA5}">
                      <a16:colId xmlns:a16="http://schemas.microsoft.com/office/drawing/2014/main" val="2428600331"/>
                    </a:ext>
                  </a:extLst>
                </a:gridCol>
                <a:gridCol w="732409">
                  <a:extLst>
                    <a:ext uri="{9D8B030D-6E8A-4147-A177-3AD203B41FA5}">
                      <a16:colId xmlns:a16="http://schemas.microsoft.com/office/drawing/2014/main" val="2304063168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952046498"/>
                    </a:ext>
                  </a:extLst>
                </a:gridCol>
              </a:tblGrid>
              <a:tr h="3615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i="0" u="non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</a:t>
                      </a:r>
                      <a:r>
                        <a:rPr lang="nl-NL" sz="1600" b="1" i="0" u="none" baseline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type</a:t>
                      </a:r>
                      <a:endParaRPr lang="nl-NL" sz="1100" i="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lengte</a:t>
                      </a:r>
                      <a:endParaRPr lang="nl-N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omschrijving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508014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bigint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integer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nl-NL" sz="12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-2^63 </a:t>
                      </a:r>
                      <a:r>
                        <a:rPr lang="en-NL" sz="12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nl-NL" sz="12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2^63-1</a:t>
                      </a:r>
                      <a:endParaRPr lang="nl-N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103968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integer </a:t>
                      </a:r>
                      <a:r>
                        <a:rPr lang="nl-NL" sz="12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-2^31 </a:t>
                      </a:r>
                      <a:r>
                        <a:rPr lang="en-NL" sz="12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nl-NL" sz="12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2^31-1</a:t>
                      </a:r>
                      <a:endParaRPr lang="nl-NL" sz="16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942097"/>
                  </a:ext>
                </a:extLst>
              </a:tr>
              <a:tr h="2347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smallint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integer </a:t>
                      </a:r>
                      <a:r>
                        <a:rPr lang="nl-NL" sz="12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-2^15 </a:t>
                      </a:r>
                      <a:r>
                        <a:rPr lang="en-NL" sz="12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nl-NL" sz="12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2^15-1</a:t>
                      </a:r>
                      <a:endParaRPr lang="nl-NL" sz="16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870674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tinyint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integer </a:t>
                      </a:r>
                      <a:r>
                        <a:rPr lang="nl-NL" sz="12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 </a:t>
                      </a:r>
                      <a:r>
                        <a:rPr lang="en-NL" sz="12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nl-NL" sz="12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255</a:t>
                      </a:r>
                      <a:endParaRPr lang="nl-NL" sz="16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001320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bit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boolean</a:t>
                      </a: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nl-NL" sz="12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 1, NULL</a:t>
                      </a:r>
                      <a:endParaRPr lang="nl-NL" sz="16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4275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decimal</a:t>
                      </a: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p,s</a:t>
                      </a: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nl-NL" sz="16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5-17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numeriek</a:t>
                      </a:r>
                      <a:b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precisie 1-38 (</a:t>
                      </a:r>
                      <a:r>
                        <a:rPr lang="nl-NL" sz="160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stndrd</a:t>
                      </a: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18)</a:t>
                      </a:r>
                      <a:b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schaal 0-p (</a:t>
                      </a:r>
                      <a:r>
                        <a:rPr lang="nl-NL" sz="160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stndrd</a:t>
                      </a: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0)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969457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numeric</a:t>
                      </a:r>
                      <a:r>
                        <a:rPr lang="nl-NL" sz="16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nl-NL" sz="1600" b="1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p,s</a:t>
                      </a:r>
                      <a:r>
                        <a:rPr lang="nl-NL" sz="16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5-17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zelfde als hierboven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13372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money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financieel 4 decimalen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040243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smallmoney</a:t>
                      </a:r>
                      <a:endParaRPr lang="nl-NL" sz="16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financieel 4 decimalen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822306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224937"/>
              </p:ext>
            </p:extLst>
          </p:nvPr>
        </p:nvGraphicFramePr>
        <p:xfrm>
          <a:off x="6677846" y="2507570"/>
          <a:ext cx="4212307" cy="1303944"/>
        </p:xfrm>
        <a:graphic>
          <a:graphicData uri="http://schemas.openxmlformats.org/drawingml/2006/table">
            <a:tbl>
              <a:tblPr/>
              <a:tblGrid>
                <a:gridCol w="999304">
                  <a:extLst>
                    <a:ext uri="{9D8B030D-6E8A-4147-A177-3AD203B41FA5}">
                      <a16:colId xmlns:a16="http://schemas.microsoft.com/office/drawing/2014/main" val="242860033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304063168"/>
                    </a:ext>
                  </a:extLst>
                </a:gridCol>
                <a:gridCol w="2489103">
                  <a:extLst>
                    <a:ext uri="{9D8B030D-6E8A-4147-A177-3AD203B41FA5}">
                      <a16:colId xmlns:a16="http://schemas.microsoft.com/office/drawing/2014/main" val="3952046498"/>
                    </a:ext>
                  </a:extLst>
                </a:gridCol>
              </a:tblGrid>
              <a:tr h="3615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i="0" u="non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</a:t>
                      </a:r>
                      <a:r>
                        <a:rPr lang="nl-NL" sz="1600" b="1" i="0" u="none" baseline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type</a:t>
                      </a:r>
                      <a:endParaRPr lang="nl-NL" sz="1100" i="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lengte</a:t>
                      </a:r>
                      <a:endParaRPr lang="nl-N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omschrijving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508014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float</a:t>
                      </a: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(m)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4-8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mant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=</a:t>
                      </a: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1-24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bits = 4 bytes</a:t>
                      </a:r>
                      <a:b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mant = 25-53 bits = 8 bytes</a:t>
                      </a:r>
                      <a:endParaRPr lang="nl-N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103968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real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synoniem voor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nl-NL" sz="16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float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(24)</a:t>
                      </a:r>
                      <a:endParaRPr lang="nl-N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942097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501161"/>
              </p:ext>
            </p:extLst>
          </p:nvPr>
        </p:nvGraphicFramePr>
        <p:xfrm>
          <a:off x="6677845" y="4734073"/>
          <a:ext cx="4212307" cy="1383763"/>
        </p:xfrm>
        <a:graphic>
          <a:graphicData uri="http://schemas.openxmlformats.org/drawingml/2006/table">
            <a:tbl>
              <a:tblPr/>
              <a:tblGrid>
                <a:gridCol w="1494605">
                  <a:extLst>
                    <a:ext uri="{9D8B030D-6E8A-4147-A177-3AD203B41FA5}">
                      <a16:colId xmlns:a16="http://schemas.microsoft.com/office/drawing/2014/main" val="2428600331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304063168"/>
                    </a:ext>
                  </a:extLst>
                </a:gridCol>
                <a:gridCol w="1441352">
                  <a:extLst>
                    <a:ext uri="{9D8B030D-6E8A-4147-A177-3AD203B41FA5}">
                      <a16:colId xmlns:a16="http://schemas.microsoft.com/office/drawing/2014/main" val="3952046498"/>
                    </a:ext>
                  </a:extLst>
                </a:gridCol>
              </a:tblGrid>
              <a:tr h="3615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i="0" u="non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</a:t>
                      </a:r>
                      <a:r>
                        <a:rPr lang="nl-NL" sz="1600" b="1" i="0" u="none" baseline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type</a:t>
                      </a:r>
                      <a:endParaRPr lang="nl-NL" sz="1100" i="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lengte</a:t>
                      </a:r>
                      <a:endParaRPr lang="nl-N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omschrijving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508014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binary</a:t>
                      </a:r>
                      <a:r>
                        <a:rPr lang="nl-NL" sz="16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(n)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1-8000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 bytes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103968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varbinary</a:t>
                      </a: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(n)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1-8000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 bytes + 2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942097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varbinary</a:t>
                      </a: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(max)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1-2.1 biljoen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 bytes + 2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82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7267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nl-NL" dirty="0"/>
              <a:t>Tekst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6407999" y="2016000"/>
            <a:ext cx="5466843" cy="4140000"/>
          </a:xfrm>
        </p:spPr>
        <p:txBody>
          <a:bodyPr/>
          <a:lstStyle/>
          <a:p>
            <a:r>
              <a:rPr lang="nl-NL" dirty="0"/>
              <a:t>Datum &amp; Tijd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Data types 2/3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943346"/>
              </p:ext>
            </p:extLst>
          </p:nvPr>
        </p:nvGraphicFramePr>
        <p:xfrm>
          <a:off x="1565846" y="2507570"/>
          <a:ext cx="4212307" cy="3449674"/>
        </p:xfrm>
        <a:graphic>
          <a:graphicData uri="http://schemas.openxmlformats.org/drawingml/2006/table">
            <a:tbl>
              <a:tblPr/>
              <a:tblGrid>
                <a:gridCol w="1463104">
                  <a:extLst>
                    <a:ext uri="{9D8B030D-6E8A-4147-A177-3AD203B41FA5}">
                      <a16:colId xmlns:a16="http://schemas.microsoft.com/office/drawing/2014/main" val="2428600331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304063168"/>
                    </a:ext>
                  </a:extLst>
                </a:gridCol>
                <a:gridCol w="1968153">
                  <a:extLst>
                    <a:ext uri="{9D8B030D-6E8A-4147-A177-3AD203B41FA5}">
                      <a16:colId xmlns:a16="http://schemas.microsoft.com/office/drawing/2014/main" val="3952046498"/>
                    </a:ext>
                  </a:extLst>
                </a:gridCol>
              </a:tblGrid>
              <a:tr h="3615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i="0" u="non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</a:t>
                      </a:r>
                      <a:r>
                        <a:rPr lang="nl-NL" sz="1600" b="1" i="0" u="none" baseline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type</a:t>
                      </a:r>
                      <a:endParaRPr lang="nl-NL" sz="1100" i="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lengte</a:t>
                      </a:r>
                      <a:endParaRPr lang="nl-N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omschrijving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508014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char</a:t>
                      </a: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(n)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1-8000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 bytes </a:t>
                      </a:r>
                      <a:r>
                        <a:rPr lang="nl-NL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padded</a:t>
                      </a:r>
                      <a:b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256 tekens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103968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varchar</a:t>
                      </a: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(n)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1-8000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 bytes + 2</a:t>
                      </a:r>
                      <a:b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256 tekens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942097"/>
                  </a:ext>
                </a:extLst>
              </a:tr>
              <a:tr h="2347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nchar</a:t>
                      </a: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(n)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1-4000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2*n bytes </a:t>
                      </a:r>
                      <a:r>
                        <a:rPr lang="nl-NL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padded</a:t>
                      </a:r>
                      <a:b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 65.000 tekens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870674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nvarchar</a:t>
                      </a: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(n)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1-4000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2*n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bytes + 2</a:t>
                      </a:r>
                      <a:b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 65.000 tekens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001320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varchar</a:t>
                      </a: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(max)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&lt;= 2GB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kern="12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vervangt oude </a:t>
                      </a:r>
                      <a:r>
                        <a:rPr lang="nl-NL" sz="1600" kern="1200" baseline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text</a:t>
                      </a:r>
                      <a:endParaRPr lang="nl-NL" sz="1600" kern="12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962043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nvarchar</a:t>
                      </a: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(max)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&lt;= 2GB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kern="12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vervangt oude </a:t>
                      </a:r>
                      <a:r>
                        <a:rPr lang="nl-NL" sz="1600" kern="1200" baseline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ntext</a:t>
                      </a:r>
                      <a:endParaRPr lang="nl-NL" sz="1600" kern="12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803106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867979"/>
              </p:ext>
            </p:extLst>
          </p:nvPr>
        </p:nvGraphicFramePr>
        <p:xfrm>
          <a:off x="6677846" y="2507570"/>
          <a:ext cx="5018854" cy="1303944"/>
        </p:xfrm>
        <a:graphic>
          <a:graphicData uri="http://schemas.openxmlformats.org/drawingml/2006/table">
            <a:tbl>
              <a:tblPr/>
              <a:tblGrid>
                <a:gridCol w="1437454">
                  <a:extLst>
                    <a:ext uri="{9D8B030D-6E8A-4147-A177-3AD203B41FA5}">
                      <a16:colId xmlns:a16="http://schemas.microsoft.com/office/drawing/2014/main" val="242860033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304063168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3952046498"/>
                    </a:ext>
                  </a:extLst>
                </a:gridCol>
              </a:tblGrid>
              <a:tr h="3615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i="0" u="non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</a:t>
                      </a:r>
                      <a:r>
                        <a:rPr lang="nl-NL" sz="1600" b="1" i="0" u="none" baseline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type</a:t>
                      </a:r>
                      <a:endParaRPr lang="nl-NL" sz="1100" i="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lengte</a:t>
                      </a:r>
                      <a:endParaRPr lang="nl-N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omschrijving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508014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datetime</a:t>
                      </a:r>
                      <a:endParaRPr lang="nl-NL" sz="16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jan 1753 - 31 dec 9999 /</a:t>
                      </a:r>
                      <a:b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.000, .003 of .007 sec.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103968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smalldatetime</a:t>
                      </a:r>
                      <a:endParaRPr lang="nl-NL" sz="16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jan 1900 - 6 jun 2079 / 1 min.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942097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604987"/>
              </p:ext>
            </p:extLst>
          </p:nvPr>
        </p:nvGraphicFramePr>
        <p:xfrm>
          <a:off x="6677846" y="3902732"/>
          <a:ext cx="5018854" cy="1986408"/>
        </p:xfrm>
        <a:graphic>
          <a:graphicData uri="http://schemas.openxmlformats.org/drawingml/2006/table">
            <a:tbl>
              <a:tblPr/>
              <a:tblGrid>
                <a:gridCol w="1437454">
                  <a:extLst>
                    <a:ext uri="{9D8B030D-6E8A-4147-A177-3AD203B41FA5}">
                      <a16:colId xmlns:a16="http://schemas.microsoft.com/office/drawing/2014/main" val="242860033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304063168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3952046498"/>
                    </a:ext>
                  </a:extLst>
                </a:gridCol>
              </a:tblGrid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datetime</a:t>
                      </a:r>
                      <a:r>
                        <a:rPr lang="nl-NL" sz="1600" b="1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6-8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jan </a:t>
                      </a: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0001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- 31 dec 9999 /</a:t>
                      </a:r>
                      <a:b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 </a:t>
                      </a:r>
                      <a:r>
                        <a:rPr lang="nl-NL" sz="16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nano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sec.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103968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jan 1900 - 6 jun 2079 / 1 min.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942097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3-5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enkel tijd / 100 </a:t>
                      </a:r>
                      <a:r>
                        <a:rPr lang="nl-NL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nano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sec.</a:t>
                      </a:r>
                      <a:endParaRPr lang="nl-N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47473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datetimeoffset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8-10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jan 0001 - 31 dec 9999 /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nl-NL" sz="16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nano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sec. + timezone info</a:t>
                      </a:r>
                      <a:endParaRPr lang="nl-N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884038"/>
                  </a:ext>
                </a:extLst>
              </a:tr>
            </a:tbl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E9E1CFD5-3294-2611-7DDE-40A752ABFA16}"/>
              </a:ext>
            </a:extLst>
          </p:cNvPr>
          <p:cNvGrpSpPr/>
          <p:nvPr/>
        </p:nvGrpSpPr>
        <p:grpSpPr>
          <a:xfrm>
            <a:off x="6148702" y="5891363"/>
            <a:ext cx="5281144" cy="562164"/>
            <a:chOff x="6148702" y="5891363"/>
            <a:chExt cx="5281144" cy="56216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690B9B3-ACBC-0C4C-B5B1-67AF217476D1}"/>
                </a:ext>
              </a:extLst>
            </p:cNvPr>
            <p:cNvSpPr txBox="1"/>
            <p:nvPr/>
          </p:nvSpPr>
          <p:spPr>
            <a:xfrm>
              <a:off x="6677846" y="6084195"/>
              <a:ext cx="475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NL" dirty="0"/>
                <a:t>Datum &amp; </a:t>
              </a:r>
              <a:r>
                <a:rPr lang="en-NL" dirty="0" err="1"/>
                <a:t>Tijd</a:t>
              </a:r>
              <a:r>
                <a:rPr lang="en-NL" dirty="0"/>
                <a:t> special in </a:t>
              </a:r>
              <a:r>
                <a:rPr lang="en-NL" dirty="0" err="1"/>
                <a:t>andere</a:t>
              </a:r>
              <a:r>
                <a:rPr lang="en-NL" dirty="0"/>
                <a:t> </a:t>
              </a:r>
              <a:r>
                <a:rPr lang="en-NL" dirty="0" err="1"/>
                <a:t>presentatie</a:t>
              </a:r>
              <a:endParaRPr lang="nl-NL" dirty="0"/>
            </a:p>
          </p:txBody>
        </p:sp>
        <p:pic>
          <p:nvPicPr>
            <p:cNvPr id="1026" name="Picture 2" descr="Extra tijd voor toetsen | Onbelemmerd studeren">
              <a:extLst>
                <a:ext uri="{FF2B5EF4-FFF2-40B4-BE49-F238E27FC236}">
                  <a16:creationId xmlns:a16="http://schemas.microsoft.com/office/drawing/2014/main" id="{6939F95A-4977-3495-095E-E5793484EB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48702" y="5891363"/>
              <a:ext cx="529273" cy="5292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21678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/>
          <p:cNvSpPr>
            <a:spLocks noGrp="1"/>
          </p:cNvSpPr>
          <p:nvPr>
            <p:ph sz="half" idx="1"/>
          </p:nvPr>
        </p:nvSpPr>
        <p:spPr>
          <a:xfrm>
            <a:off x="1296000" y="2016000"/>
            <a:ext cx="9864000" cy="4140000"/>
          </a:xfrm>
        </p:spPr>
        <p:txBody>
          <a:bodyPr/>
          <a:lstStyle/>
          <a:p>
            <a:r>
              <a:rPr lang="nl-NL" dirty="0"/>
              <a:t>Overig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Data types 3/3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876112"/>
              </p:ext>
            </p:extLst>
          </p:nvPr>
        </p:nvGraphicFramePr>
        <p:xfrm>
          <a:off x="1565846" y="2507570"/>
          <a:ext cx="7463854" cy="3087468"/>
        </p:xfrm>
        <a:graphic>
          <a:graphicData uri="http://schemas.openxmlformats.org/drawingml/2006/table">
            <a:tbl>
              <a:tblPr/>
              <a:tblGrid>
                <a:gridCol w="1647254">
                  <a:extLst>
                    <a:ext uri="{9D8B030D-6E8A-4147-A177-3AD203B41FA5}">
                      <a16:colId xmlns:a16="http://schemas.microsoft.com/office/drawing/2014/main" val="242860033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304063168"/>
                    </a:ext>
                  </a:extLst>
                </a:gridCol>
                <a:gridCol w="4978400">
                  <a:extLst>
                    <a:ext uri="{9D8B030D-6E8A-4147-A177-3AD203B41FA5}">
                      <a16:colId xmlns:a16="http://schemas.microsoft.com/office/drawing/2014/main" val="3952046498"/>
                    </a:ext>
                  </a:extLst>
                </a:gridCol>
              </a:tblGrid>
              <a:tr h="3615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i="0" u="non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</a:t>
                      </a:r>
                      <a:r>
                        <a:rPr lang="nl-NL" sz="1600" b="1" i="0" u="none" baseline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type</a:t>
                      </a:r>
                      <a:endParaRPr lang="nl-NL" sz="1100" i="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lengte</a:t>
                      </a:r>
                      <a:endParaRPr lang="nl-N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omschrijving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508014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uniqueidentifier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64bit GUID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83838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geometry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0-2GB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vlak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4164347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geography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0-2GB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506269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xml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0-2GB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XML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in </a:t>
                      </a:r>
                      <a:r>
                        <a:rPr lang="nl-NL" sz="16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hierarchische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structuur</a:t>
                      </a:r>
                      <a:endParaRPr lang="nl-N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103968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sql_variant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0-8000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ondersteuning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van verschillende data typen in één kolom</a:t>
                      </a:r>
                      <a:endParaRPr lang="nl-N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869889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hierarchyid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nl-N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positie in een </a:t>
                      </a:r>
                      <a:r>
                        <a:rPr lang="nl-NL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hierarchy</a:t>
                      </a:r>
                      <a:endParaRPr lang="nl-N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001320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cursor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nl-N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enkel bij cursor operaties (niet om op te slaan)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962043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table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nl-N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enkel bij </a:t>
                      </a:r>
                      <a:r>
                        <a:rPr lang="nl-NL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queries</a:t>
                      </a: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(niet om op te slaan)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803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1705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Impliciete Data Conversie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764" y="2361698"/>
            <a:ext cx="1197969" cy="3470827"/>
          </a:xfrm>
          <a:prstGeom prst="rect">
            <a:avLst/>
          </a:prstGeom>
        </p:spPr>
      </p:pic>
      <p:sp>
        <p:nvSpPr>
          <p:cNvPr id="4" name="Up Arrow 3"/>
          <p:cNvSpPr/>
          <p:nvPr/>
        </p:nvSpPr>
        <p:spPr>
          <a:xfrm>
            <a:off x="3607101" y="2361698"/>
            <a:ext cx="1117600" cy="3470827"/>
          </a:xfrm>
          <a:prstGeom prst="upArrow">
            <a:avLst>
              <a:gd name="adj1" fmla="val 50000"/>
              <a:gd name="adj2" fmla="val 9886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D5BE37-40AE-41DA-9F4A-60DE37BA9F87}"/>
              </a:ext>
            </a:extLst>
          </p:cNvPr>
          <p:cNvSpPr/>
          <p:nvPr/>
        </p:nvSpPr>
        <p:spPr>
          <a:xfrm>
            <a:off x="1143631" y="6293328"/>
            <a:ext cx="852615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NL" sz="1600" b="1" dirty="0"/>
              <a:t>https://docs.microsoft.com</a:t>
            </a:r>
            <a:r>
              <a:rPr lang="nl-NL" sz="1600" dirty="0"/>
              <a:t>/en-us/sql/t-sql/data-types/data-type-precedence-transact-sql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C3EAEF-FF01-456E-B85F-12475D4BA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733" y="1698880"/>
            <a:ext cx="6410325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960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Expliciete Data Conversie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nl-NL" dirty="0">
                <a:highlight>
                  <a:srgbClr val="00FF00"/>
                </a:highlight>
              </a:rPr>
              <a:t>CAST()</a:t>
            </a:r>
            <a:endParaRPr lang="en-NL" dirty="0">
              <a:highlight>
                <a:srgbClr val="00FF00"/>
              </a:highlight>
            </a:endParaRPr>
          </a:p>
          <a:p>
            <a:r>
              <a:rPr lang="nl-NL" dirty="0" err="1"/>
              <a:t>TRY</a:t>
            </a:r>
            <a:r>
              <a:rPr lang="nl-NL" dirty="0"/>
              <a:t>_</a:t>
            </a:r>
            <a:r>
              <a:rPr lang="en-NL" dirty="0"/>
              <a:t>CAST</a:t>
            </a:r>
            <a:r>
              <a:rPr lang="nl-NL" dirty="0"/>
              <a:t>()</a:t>
            </a:r>
          </a:p>
          <a:p>
            <a:r>
              <a:rPr lang="nl-NL" dirty="0"/>
              <a:t>CONVERT()</a:t>
            </a:r>
          </a:p>
          <a:p>
            <a:r>
              <a:rPr lang="nl-NL" dirty="0" err="1"/>
              <a:t>TRY_CONVERT</a:t>
            </a:r>
            <a:r>
              <a:rPr lang="nl-NL" dirty="0"/>
              <a:t>()</a:t>
            </a:r>
          </a:p>
          <a:p>
            <a:r>
              <a:rPr lang="nl-NL" dirty="0"/>
              <a:t>PARSE()</a:t>
            </a:r>
          </a:p>
          <a:p>
            <a:r>
              <a:rPr lang="nl-NL" dirty="0"/>
              <a:t>TRY_PARSE()</a:t>
            </a:r>
          </a:p>
        </p:txBody>
      </p:sp>
    </p:spTree>
    <p:extLst>
      <p:ext uri="{BB962C8B-B14F-4D97-AF65-F5344CB8AC3E}">
        <p14:creationId xmlns:p14="http://schemas.microsoft.com/office/powerpoint/2010/main" val="2931553398"/>
      </p:ext>
    </p:extLst>
  </p:cSld>
  <p:clrMapOvr>
    <a:masterClrMapping/>
  </p:clrMapOvr>
</p:sld>
</file>

<file path=ppt/theme/theme1.xml><?xml version="1.0" encoding="utf-8"?>
<a:theme xmlns:a="http://schemas.openxmlformats.org/drawingml/2006/main" name="InfoSupport">
  <a:themeElements>
    <a:clrScheme name="InfoSupport">
      <a:dk1>
        <a:srgbClr val="133561"/>
      </a:dk1>
      <a:lt1>
        <a:sysClr val="window" lastClr="FFFFFF"/>
      </a:lt1>
      <a:dk2>
        <a:srgbClr val="000000"/>
      </a:dk2>
      <a:lt2>
        <a:srgbClr val="FFFFFF"/>
      </a:lt2>
      <a:accent1>
        <a:srgbClr val="133561"/>
      </a:accent1>
      <a:accent2>
        <a:srgbClr val="007FC3"/>
      </a:accent2>
      <a:accent3>
        <a:srgbClr val="CAE744"/>
      </a:accent3>
      <a:accent4>
        <a:srgbClr val="A0BBE3"/>
      </a:accent4>
      <a:accent5>
        <a:srgbClr val="8587A3"/>
      </a:accent5>
      <a:accent6>
        <a:srgbClr val="C7D64A"/>
      </a:accent6>
      <a:hlink>
        <a:srgbClr val="007FC3"/>
      </a:hlink>
      <a:folHlink>
        <a:srgbClr val="007FC3"/>
      </a:folHlink>
    </a:clrScheme>
    <a:fontScheme name="InfoSuppor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foSupport presentatie.potx" id="{7DAF46F7-D630-490F-B8F3-36A8111C9316}" vid="{AD729A4C-E615-4DD0-B9D1-A3FA0FFAE0BB}"/>
    </a:ext>
  </a:extLst>
</a:theme>
</file>

<file path=ppt/theme/theme2.xml><?xml version="1.0" encoding="utf-8"?>
<a:theme xmlns:a="http://schemas.openxmlformats.org/drawingml/2006/main" name="Kantoorthema">
  <a:themeElements>
    <a:clrScheme name="InfoSupport">
      <a:dk1>
        <a:srgbClr val="133561"/>
      </a:dk1>
      <a:lt1>
        <a:sysClr val="window" lastClr="FFFFFF"/>
      </a:lt1>
      <a:dk2>
        <a:srgbClr val="000000"/>
      </a:dk2>
      <a:lt2>
        <a:srgbClr val="FFFFFF"/>
      </a:lt2>
      <a:accent1>
        <a:srgbClr val="133561"/>
      </a:accent1>
      <a:accent2>
        <a:srgbClr val="007FC3"/>
      </a:accent2>
      <a:accent3>
        <a:srgbClr val="7F7F7F"/>
      </a:accent3>
      <a:accent4>
        <a:srgbClr val="A5A5A5"/>
      </a:accent4>
      <a:accent5>
        <a:srgbClr val="CCCCCC"/>
      </a:accent5>
      <a:accent6>
        <a:srgbClr val="133561"/>
      </a:accent6>
      <a:hlink>
        <a:srgbClr val="007FC3"/>
      </a:hlink>
      <a:folHlink>
        <a:srgbClr val="007FC3"/>
      </a:folHlink>
    </a:clrScheme>
    <a:fontScheme name="InfoSuppor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InfoSupport">
      <a:dk1>
        <a:srgbClr val="133561"/>
      </a:dk1>
      <a:lt1>
        <a:sysClr val="window" lastClr="FFFFFF"/>
      </a:lt1>
      <a:dk2>
        <a:srgbClr val="000000"/>
      </a:dk2>
      <a:lt2>
        <a:srgbClr val="FFFFFF"/>
      </a:lt2>
      <a:accent1>
        <a:srgbClr val="133561"/>
      </a:accent1>
      <a:accent2>
        <a:srgbClr val="007FC3"/>
      </a:accent2>
      <a:accent3>
        <a:srgbClr val="7F7F7F"/>
      </a:accent3>
      <a:accent4>
        <a:srgbClr val="A5A5A5"/>
      </a:accent4>
      <a:accent5>
        <a:srgbClr val="CCCCCC"/>
      </a:accent5>
      <a:accent6>
        <a:srgbClr val="133561"/>
      </a:accent6>
      <a:hlink>
        <a:srgbClr val="007FC3"/>
      </a:hlink>
      <a:folHlink>
        <a:srgbClr val="007FC3"/>
      </a:folHlink>
    </a:clrScheme>
    <a:fontScheme name="InfoSuppor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58805C9A31ED4698AA5994F7540466" ma:contentTypeVersion="1" ma:contentTypeDescription="Een nieuw document maken." ma:contentTypeScope="" ma:versionID="5cab34e6f8d54d32c51f192539e9981c">
  <xsd:schema xmlns:xsd="http://www.w3.org/2001/XMLSchema" xmlns:xs="http://www.w3.org/2001/XMLSchema" xmlns:p="http://schemas.microsoft.com/office/2006/metadata/properties" xmlns:ns2="a73fd6a0-a740-4ca0-a47f-6beba88ccc77" targetNamespace="http://schemas.microsoft.com/office/2006/metadata/properties" ma:root="true" ma:fieldsID="10b3ae9c115bae24efdfd9076c93080b" ns2:_="">
    <xsd:import namespace="a73fd6a0-a740-4ca0-a47f-6beba88ccc77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3fd6a0-a740-4ca0-a47f-6beba88ccc7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Gedeeld met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AC5726C-A652-4DAC-B8E2-EBAE5364847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F14C6E-D876-4429-BF27-1136D6CA11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73fd6a0-a740-4ca0-a47f-6beba88ccc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E2D367F-CDF8-41AC-AFB7-55F4C9891DC2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a73fd6a0-a740-4ca0-a47f-6beba88ccc77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580</Words>
  <Application>Microsoft Office PowerPoint</Application>
  <PresentationFormat>Widescreen</PresentationFormat>
  <Paragraphs>189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InfoSupport</vt:lpstr>
      <vt:lpstr>Data Types</vt:lpstr>
      <vt:lpstr>Waar gebruiken we data types?</vt:lpstr>
      <vt:lpstr>Data types 1/3</vt:lpstr>
      <vt:lpstr>Data types 2/3</vt:lpstr>
      <vt:lpstr>Data types 3/3</vt:lpstr>
      <vt:lpstr>Impliciete Data Conversie</vt:lpstr>
      <vt:lpstr>Expliciete Data Conversie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Kees van Loenen</dc:creator>
  <dc:description>Template by Orange Pepper_x000d_
Design by Beeldenfabriek_x000d_
2018</dc:description>
  <cp:lastModifiedBy>Kees van Loenen</cp:lastModifiedBy>
  <cp:revision>297</cp:revision>
  <cp:lastPrinted>2018-10-24T06:32:12Z</cp:lastPrinted>
  <dcterms:created xsi:type="dcterms:W3CDTF">2017-12-07T10:48:50Z</dcterms:created>
  <dcterms:modified xsi:type="dcterms:W3CDTF">2024-10-11T10:25:18Z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0x0101000858805C9A31ED4698AA5994F7540466</vt:lpwstr>
  </property>
</Properties>
</file>